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0" d="100"/>
          <a:sy n="50" d="100"/>
        </p:scale>
        <p:origin x="48" y="92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19"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ay boya" userId="fa27c918ec595b15" providerId="LiveId" clId="{5885D7D9-0D38-4A04-BB95-4CE65BE559D9}"/>
    <pc:docChg chg="undo custSel modSld">
      <pc:chgData name="Vinay boya" userId="fa27c918ec595b15" providerId="LiveId" clId="{5885D7D9-0D38-4A04-BB95-4CE65BE559D9}" dt="2026-03-05T08:03:31.620" v="100" actId="14100"/>
      <pc:docMkLst>
        <pc:docMk/>
      </pc:docMkLst>
      <pc:sldChg chg="addSp delSp modSp mod">
        <pc:chgData name="Vinay boya" userId="fa27c918ec595b15" providerId="LiveId" clId="{5885D7D9-0D38-4A04-BB95-4CE65BE559D9}" dt="2026-03-05T08:03:31.620" v="100" actId="14100"/>
        <pc:sldMkLst>
          <pc:docMk/>
          <pc:sldMk cId="0" sldId="259"/>
        </pc:sldMkLst>
        <pc:spChg chg="add del">
          <ac:chgData name="Vinay boya" userId="fa27c918ec595b15" providerId="LiveId" clId="{5885D7D9-0D38-4A04-BB95-4CE65BE559D9}" dt="2026-03-05T07:49:17.539" v="6" actId="478"/>
          <ac:spMkLst>
            <pc:docMk/>
            <pc:sldMk cId="0" sldId="259"/>
            <ac:spMk id="2" creationId="{1C9CBCC2-349B-F09D-A7DD-7032BB3D036F}"/>
          </ac:spMkLst>
        </pc:spChg>
        <pc:spChg chg="mod">
          <ac:chgData name="Vinay boya" userId="fa27c918ec595b15" providerId="LiveId" clId="{5885D7D9-0D38-4A04-BB95-4CE65BE559D9}" dt="2026-03-05T08:03:31.620" v="100" actId="14100"/>
          <ac:spMkLst>
            <pc:docMk/>
            <pc:sldMk cId="0" sldId="259"/>
            <ac:spMk id="85" creationId="{00000000-0000-0000-0000-000000000000}"/>
          </ac:spMkLst>
        </pc:spChg>
        <pc:picChg chg="add del mod">
          <ac:chgData name="Vinay boya" userId="fa27c918ec595b15" providerId="LiveId" clId="{5885D7D9-0D38-4A04-BB95-4CE65BE559D9}" dt="2026-03-05T08:00:33.621" v="87" actId="478"/>
          <ac:picMkLst>
            <pc:docMk/>
            <pc:sldMk cId="0" sldId="259"/>
            <ac:picMk id="3" creationId="{06EC2D94-F888-AE92-7CAD-6751D0951974}"/>
          </ac:picMkLst>
        </pc:picChg>
        <pc:picChg chg="add del mod">
          <ac:chgData name="Vinay boya" userId="fa27c918ec595b15" providerId="LiveId" clId="{5885D7D9-0D38-4A04-BB95-4CE65BE559D9}" dt="2026-03-05T07:54:36.476" v="12" actId="478"/>
          <ac:picMkLst>
            <pc:docMk/>
            <pc:sldMk cId="0" sldId="259"/>
            <ac:picMk id="4" creationId="{BE8E8FA9-F8CD-DE4B-F7D0-A47A7EAE0999}"/>
          </ac:picMkLst>
        </pc:picChg>
        <pc:picChg chg="add del mod">
          <ac:chgData name="Vinay boya" userId="fa27c918ec595b15" providerId="LiveId" clId="{5885D7D9-0D38-4A04-BB95-4CE65BE559D9}" dt="2026-03-05T08:01:15.469" v="90" actId="478"/>
          <ac:picMkLst>
            <pc:docMk/>
            <pc:sldMk cId="0" sldId="259"/>
            <ac:picMk id="6" creationId="{6145FB67-346D-EBE4-178F-86FEC64C3D9C}"/>
          </ac:picMkLst>
        </pc:picChg>
        <pc:picChg chg="add del mod">
          <ac:chgData name="Vinay boya" userId="fa27c918ec595b15" providerId="LiveId" clId="{5885D7D9-0D38-4A04-BB95-4CE65BE559D9}" dt="2026-03-05T07:58:32.312" v="19" actId="478"/>
          <ac:picMkLst>
            <pc:docMk/>
            <pc:sldMk cId="0" sldId="259"/>
            <ac:picMk id="8" creationId="{19DA604A-2A9D-B3EF-4517-D048C0F86D5E}"/>
          </ac:picMkLst>
        </pc:picChg>
        <pc:picChg chg="add mod">
          <ac:chgData name="Vinay boya" userId="fa27c918ec595b15" providerId="LiveId" clId="{5885D7D9-0D38-4A04-BB95-4CE65BE559D9}" dt="2026-03-05T08:03:05.888" v="97" actId="1037"/>
          <ac:picMkLst>
            <pc:docMk/>
            <pc:sldMk cId="0" sldId="259"/>
            <ac:picMk id="10" creationId="{D5D5C729-75F1-B412-1454-184E9EACB2C9}"/>
          </ac:picMkLst>
        </pc:picChg>
        <pc:picChg chg="add mod">
          <ac:chgData name="Vinay boya" userId="fa27c918ec595b15" providerId="LiveId" clId="{5885D7D9-0D38-4A04-BB95-4CE65BE559D9}" dt="2026-03-05T08:03:09.403" v="98" actId="1037"/>
          <ac:picMkLst>
            <pc:docMk/>
            <pc:sldMk cId="0" sldId="259"/>
            <ac:picMk id="12" creationId="{AED9AFAB-DF2D-3ACB-D60D-587F9A8CAA24}"/>
          </ac:picMkLst>
        </pc:picChg>
        <pc:picChg chg="add mod">
          <ac:chgData name="Vinay boya" userId="fa27c918ec595b15" providerId="LiveId" clId="{5885D7D9-0D38-4A04-BB95-4CE65BE559D9}" dt="2026-03-05T08:01:11.626" v="89" actId="1076"/>
          <ac:picMkLst>
            <pc:docMk/>
            <pc:sldMk cId="0" sldId="259"/>
            <ac:picMk id="14" creationId="{616E364A-B93B-28BC-33DB-9C2CF8B55932}"/>
          </ac:picMkLst>
        </pc:picChg>
        <pc:picChg chg="add mod">
          <ac:chgData name="Vinay boya" userId="fa27c918ec595b15" providerId="LiveId" clId="{5885D7D9-0D38-4A04-BB95-4CE65BE559D9}" dt="2026-03-05T08:03:02.630" v="96" actId="1038"/>
          <ac:picMkLst>
            <pc:docMk/>
            <pc:sldMk cId="0" sldId="259"/>
            <ac:picMk id="16" creationId="{3B359F26-25FD-3C63-B13E-2F8895BF4D9F}"/>
          </ac:picMkLst>
        </pc:picChg>
      </pc:sldChg>
      <pc:sldChg chg="modSp mod">
        <pc:chgData name="Vinay boya" userId="fa27c918ec595b15" providerId="LiveId" clId="{5885D7D9-0D38-4A04-BB95-4CE65BE559D9}" dt="2026-02-12T13:16:27.396" v="3" actId="1076"/>
        <pc:sldMkLst>
          <pc:docMk/>
          <pc:sldMk cId="0" sldId="267"/>
        </pc:sldMkLst>
        <pc:spChg chg="mod">
          <ac:chgData name="Vinay boya" userId="fa27c918ec595b15" providerId="LiveId" clId="{5885D7D9-0D38-4A04-BB95-4CE65BE559D9}" dt="2026-02-12T13:16:27.396" v="3" actId="1076"/>
          <ac:spMkLst>
            <pc:docMk/>
            <pc:sldMk cId="0" sldId="267"/>
            <ac:spMk id="104" creationId="{00000000-0000-0000-0000-000000000000}"/>
          </ac:spMkLst>
        </pc:spChg>
        <pc:spChg chg="mod">
          <ac:chgData name="Vinay boya" userId="fa27c918ec595b15" providerId="LiveId" clId="{5885D7D9-0D38-4A04-BB95-4CE65BE559D9}" dt="2026-02-12T13:16:26.965" v="2" actId="1076"/>
          <ac:spMkLst>
            <pc:docMk/>
            <pc:sldMk cId="0" sldId="267"/>
            <ac:spMk id="11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4" name="Google Shape;9;p2"/>
          <p:cNvPicPr/>
          <p:nvPr/>
        </p:nvPicPr>
        <p:blipFill>
          <a:blip r:embed="rId2"/>
          <a:stretch/>
        </p:blipFill>
        <p:spPr>
          <a:xfrm>
            <a:off x="0" y="0"/>
            <a:ext cx="9143640" cy="5143320"/>
          </a:xfrm>
          <a:prstGeom prst="rect">
            <a:avLst/>
          </a:prstGeom>
          <a:noFill/>
          <a:ln w="0">
            <a:noFill/>
          </a:ln>
        </p:spPr>
      </p:pic>
      <p:sp>
        <p:nvSpPr>
          <p:cNvPr id="5" name="PlaceHolder 1"/>
          <p:cNvSpPr>
            <a:spLocks noGrp="1"/>
          </p:cNvSpPr>
          <p:nvPr>
            <p:ph type="title"/>
          </p:nvPr>
        </p:nvSpPr>
        <p:spPr>
          <a:xfrm>
            <a:off x="1569960" y="1473120"/>
            <a:ext cx="6003720" cy="1995120"/>
          </a:xfrm>
          <a:prstGeom prst="rect">
            <a:avLst/>
          </a:prstGeom>
          <a:noFill/>
          <a:ln w="0">
            <a:noFill/>
          </a:ln>
        </p:spPr>
        <p:txBody>
          <a:bodyPr lIns="91440" tIns="91440" rIns="91440" bIns="91440" anchor="b">
            <a:noAutofit/>
          </a:bodyPr>
          <a:lstStyle/>
          <a:p>
            <a:pPr indent="0">
              <a:buNone/>
            </a:pPr>
            <a:r>
              <a:rPr lang="fr-FR" sz="7300" b="0" u="none" strike="noStrike">
                <a:solidFill>
                  <a:schemeClr val="dk1"/>
                </a:solidFill>
                <a:effectLst/>
                <a:uFillTx/>
                <a:latin typeface="Arial"/>
              </a:rPr>
              <a:t>Click to edit the title text format</a:t>
            </a:r>
          </a:p>
        </p:txBody>
      </p:sp>
      <p:cxnSp>
        <p:nvCxnSpPr>
          <p:cNvPr id="2" name="Google Shape;12;p2"/>
          <p:cNvCxnSpPr/>
          <p:nvPr/>
        </p:nvCxnSpPr>
        <p:spPr>
          <a:xfrm>
            <a:off x="0" y="300960"/>
            <a:ext cx="7932960" cy="360"/>
          </a:xfrm>
          <a:prstGeom prst="straightConnector1">
            <a:avLst/>
          </a:prstGeom>
          <a:ln w="9525">
            <a:solidFill>
              <a:srgbClr val="FFFFFF"/>
            </a:solidFill>
            <a:round/>
          </a:ln>
        </p:spPr>
      </p:cxn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4" name="Google Shape;53;p11"/>
          <p:cNvPicPr/>
          <p:nvPr/>
        </p:nvPicPr>
        <p:blipFill>
          <a:blip r:embed="rId2"/>
          <a:stretch/>
        </p:blipFill>
        <p:spPr>
          <a:xfrm rot="10800000">
            <a:off x="360" y="0"/>
            <a:ext cx="9143640" cy="5143320"/>
          </a:xfrm>
          <a:prstGeom prst="rect">
            <a:avLst/>
          </a:prstGeom>
          <a:noFill/>
          <a:ln w="0">
            <a:noFill/>
          </a:ln>
        </p:spPr>
      </p:pic>
      <p:cxnSp>
        <p:nvCxnSpPr>
          <p:cNvPr id="5" name="Google Shape;54;p11"/>
          <p:cNvCxnSpPr/>
          <p:nvPr/>
        </p:nvCxnSpPr>
        <p:spPr>
          <a:xfrm>
            <a:off x="1211400" y="300960"/>
            <a:ext cx="7932960" cy="360"/>
          </a:xfrm>
          <a:prstGeom prst="straightConnector1">
            <a:avLst/>
          </a:prstGeom>
          <a:ln w="9525">
            <a:solidFill>
              <a:srgbClr val="FFFFFF"/>
            </a:solidFill>
            <a:round/>
          </a:ln>
        </p:spPr>
      </p:cxnSp>
      <p:sp>
        <p:nvSpPr>
          <p:cNvPr id="6" name="PlaceHolder 1"/>
          <p:cNvSpPr>
            <a:spLocks noGrp="1"/>
          </p:cNvSpPr>
          <p:nvPr>
            <p:ph type="title"/>
          </p:nvPr>
        </p:nvSpPr>
        <p:spPr>
          <a:xfrm>
            <a:off x="2339280" y="1761840"/>
            <a:ext cx="6575760" cy="1044720"/>
          </a:xfrm>
          <a:prstGeom prst="rect">
            <a:avLst/>
          </a:prstGeom>
          <a:noFill/>
          <a:ln w="0">
            <a:noFill/>
          </a:ln>
        </p:spPr>
        <p:txBody>
          <a:bodyPr lIns="91440" tIns="91440" rIns="91440" bIns="91440" anchor="b">
            <a:noAutofit/>
          </a:bodyPr>
          <a:lstStyle/>
          <a:p>
            <a:pPr indent="0" algn="r">
              <a:lnSpc>
                <a:spcPct val="70000"/>
              </a:lnSpc>
              <a:buNone/>
            </a:pPr>
            <a:r>
              <a:rPr lang="fr-FR" sz="7200" b="0" u="none" strike="noStrike">
                <a:solidFill>
                  <a:schemeClr val="lt1"/>
                </a:solidFill>
                <a:effectLst/>
                <a:uFillTx/>
                <a:latin typeface="Geist ExtraBold"/>
                <a:ea typeface="Geist ExtraBold"/>
              </a:rPr>
              <a:t>xx%</a:t>
            </a:r>
            <a:endParaRPr lang="fr-FR" sz="72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pic>
        <p:nvPicPr>
          <p:cNvPr id="7" name="Google Shape;59;p13"/>
          <p:cNvPicPr/>
          <p:nvPr/>
        </p:nvPicPr>
        <p:blipFill>
          <a:blip r:embed="rId2"/>
          <a:stretch/>
        </p:blipFill>
        <p:spPr>
          <a:xfrm>
            <a:off x="0" y="0"/>
            <a:ext cx="9143640" cy="5143320"/>
          </a:xfrm>
          <a:prstGeom prst="rect">
            <a:avLst/>
          </a:prstGeom>
          <a:noFill/>
          <a:ln w="0">
            <a:noFill/>
          </a:ln>
        </p:spPr>
      </p:pic>
      <p:sp>
        <p:nvSpPr>
          <p:cNvPr id="8" name="PlaceHolder 1"/>
          <p:cNvSpPr>
            <a:spLocks noGrp="1"/>
          </p:cNvSpPr>
          <p:nvPr>
            <p:ph type="title"/>
          </p:nvPr>
        </p:nvSpPr>
        <p:spPr>
          <a:xfrm>
            <a:off x="6139440" y="4144680"/>
            <a:ext cx="2775960" cy="76968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9" name="PlaceHolder 2"/>
          <p:cNvSpPr>
            <a:spLocks noGrp="1"/>
          </p:cNvSpPr>
          <p:nvPr>
            <p:ph type="title"/>
          </p:nvPr>
        </p:nvSpPr>
        <p:spPr>
          <a:xfrm>
            <a:off x="654840" y="1320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0" name="PlaceHolder 3"/>
          <p:cNvSpPr>
            <a:spLocks noGrp="1"/>
          </p:cNvSpPr>
          <p:nvPr>
            <p:ph type="title"/>
          </p:nvPr>
        </p:nvSpPr>
        <p:spPr>
          <a:xfrm>
            <a:off x="654840" y="1851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1" name="PlaceHolder 4"/>
          <p:cNvSpPr>
            <a:spLocks noGrp="1"/>
          </p:cNvSpPr>
          <p:nvPr>
            <p:ph type="title"/>
          </p:nvPr>
        </p:nvSpPr>
        <p:spPr>
          <a:xfrm>
            <a:off x="654840" y="2382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2" name="PlaceHolder 5"/>
          <p:cNvSpPr>
            <a:spLocks noGrp="1"/>
          </p:cNvSpPr>
          <p:nvPr>
            <p:ph type="title"/>
          </p:nvPr>
        </p:nvSpPr>
        <p:spPr>
          <a:xfrm>
            <a:off x="654840" y="2913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3" name="PlaceHolder 6"/>
          <p:cNvSpPr>
            <a:spLocks noGrp="1"/>
          </p:cNvSpPr>
          <p:nvPr>
            <p:ph type="title"/>
          </p:nvPr>
        </p:nvSpPr>
        <p:spPr>
          <a:xfrm>
            <a:off x="4599720" y="1320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4" name="PlaceHolder 7"/>
          <p:cNvSpPr>
            <a:spLocks noGrp="1"/>
          </p:cNvSpPr>
          <p:nvPr>
            <p:ph type="title"/>
          </p:nvPr>
        </p:nvSpPr>
        <p:spPr>
          <a:xfrm>
            <a:off x="4599720" y="1851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5" name="PlaceHolder 8"/>
          <p:cNvSpPr>
            <a:spLocks noGrp="1"/>
          </p:cNvSpPr>
          <p:nvPr>
            <p:ph type="title"/>
          </p:nvPr>
        </p:nvSpPr>
        <p:spPr>
          <a:xfrm>
            <a:off x="4599720" y="2382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sp>
        <p:nvSpPr>
          <p:cNvPr id="16" name="PlaceHolder 9"/>
          <p:cNvSpPr>
            <a:spLocks noGrp="1"/>
          </p:cNvSpPr>
          <p:nvPr>
            <p:ph type="title"/>
          </p:nvPr>
        </p:nvSpPr>
        <p:spPr>
          <a:xfrm>
            <a:off x="4599720" y="2913840"/>
            <a:ext cx="690480" cy="432360"/>
          </a:xfrm>
          <a:prstGeom prst="rect">
            <a:avLst/>
          </a:prstGeom>
          <a:noFill/>
          <a:ln w="0">
            <a:noFill/>
          </a:ln>
        </p:spPr>
        <p:txBody>
          <a:bodyPr lIns="91440" tIns="91440" rIns="91440" bIns="91440" anchor="ctr">
            <a:noAutofit/>
          </a:bodyPr>
          <a:lstStyle/>
          <a:p>
            <a:pPr indent="0" algn="ctr">
              <a:lnSpc>
                <a:spcPct val="70000"/>
              </a:lnSpc>
              <a:buNone/>
            </a:pPr>
            <a:r>
              <a:rPr lang="fr-FR" sz="2100" b="1" u="none" strike="noStrike">
                <a:solidFill>
                  <a:schemeClr val="dk2"/>
                </a:solidFill>
                <a:effectLst/>
                <a:uFillTx/>
                <a:latin typeface="Geist"/>
                <a:ea typeface="Geist"/>
              </a:rPr>
              <a:t>xx%</a:t>
            </a:r>
            <a:endParaRPr lang="fr-FR" sz="2100" b="0" u="none" strike="noStrike">
              <a:solidFill>
                <a:schemeClr val="dk1"/>
              </a:solidFill>
              <a:effectLst/>
              <a:uFillTx/>
              <a:latin typeface="Arial"/>
            </a:endParaRPr>
          </a:p>
        </p:txBody>
      </p:sp>
      <p:cxnSp>
        <p:nvCxnSpPr>
          <p:cNvPr id="17" name="Google Shape;77;p13"/>
          <p:cNvCxnSpPr/>
          <p:nvPr/>
        </p:nvCxnSpPr>
        <p:spPr>
          <a:xfrm>
            <a:off x="0" y="300960"/>
            <a:ext cx="7932960" cy="360"/>
          </a:xfrm>
          <a:prstGeom prst="straightConnector1">
            <a:avLst/>
          </a:prstGeom>
          <a:ln w="9525">
            <a:solidFill>
              <a:srgbClr val="FFFFFF"/>
            </a:solidFill>
            <a:roun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pic>
        <p:nvPicPr>
          <p:cNvPr id="18" name="Google Shape;79;p14"/>
          <p:cNvPicPr/>
          <p:nvPr/>
        </p:nvPicPr>
        <p:blipFill>
          <a:blip r:embed="rId2"/>
          <a:stretch/>
        </p:blipFill>
        <p:spPr>
          <a:xfrm rot="10800000">
            <a:off x="360" y="0"/>
            <a:ext cx="9143640" cy="5143320"/>
          </a:xfrm>
          <a:prstGeom prst="rect">
            <a:avLst/>
          </a:prstGeom>
          <a:noFill/>
          <a:ln w="0">
            <a:noFill/>
          </a:ln>
        </p:spPr>
      </p:pic>
      <p:sp>
        <p:nvSpPr>
          <p:cNvPr id="19" name="PlaceHolder 1"/>
          <p:cNvSpPr>
            <a:spLocks noGrp="1"/>
          </p:cNvSpPr>
          <p:nvPr>
            <p:ph type="title"/>
          </p:nvPr>
        </p:nvSpPr>
        <p:spPr>
          <a:xfrm>
            <a:off x="781920" y="1324080"/>
            <a:ext cx="5879520" cy="106668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cxnSp>
        <p:nvCxnSpPr>
          <p:cNvPr id="20" name="Google Shape;82;p14"/>
          <p:cNvCxnSpPr/>
          <p:nvPr/>
        </p:nvCxnSpPr>
        <p:spPr>
          <a:xfrm>
            <a:off x="1211400" y="300960"/>
            <a:ext cx="7932960" cy="360"/>
          </a:xfrm>
          <a:prstGeom prst="straightConnector1">
            <a:avLst/>
          </a:prstGeom>
          <a:ln w="9525">
            <a:solidFill>
              <a:srgbClr val="FFFFFF"/>
            </a:solidFill>
            <a:round/>
          </a:ln>
        </p:spPr>
      </p:cxnSp>
      <p:sp>
        <p:nvSpPr>
          <p:cNvPr id="2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chemeClr val="lt1"/>
        </a:solidFill>
        <a:effectLst/>
      </p:bgPr>
    </p:bg>
    <p:spTree>
      <p:nvGrpSpPr>
        <p:cNvPr id="1" name=""/>
        <p:cNvGrpSpPr/>
        <p:nvPr/>
      </p:nvGrpSpPr>
      <p:grpSpPr>
        <a:xfrm>
          <a:off x="0" y="0"/>
          <a:ext cx="0" cy="0"/>
          <a:chOff x="0" y="0"/>
          <a:chExt cx="0" cy="0"/>
        </a:xfrm>
      </p:grpSpPr>
      <p:pic>
        <p:nvPicPr>
          <p:cNvPr id="22" name="Google Shape;84;p15"/>
          <p:cNvPicPr/>
          <p:nvPr/>
        </p:nvPicPr>
        <p:blipFill>
          <a:blip r:embed="rId2"/>
          <a:stretch/>
        </p:blipFill>
        <p:spPr>
          <a:xfrm rot="10800000">
            <a:off x="360" y="0"/>
            <a:ext cx="9143640" cy="5143320"/>
          </a:xfrm>
          <a:prstGeom prst="rect">
            <a:avLst/>
          </a:prstGeom>
          <a:noFill/>
          <a:ln w="0">
            <a:noFill/>
          </a:ln>
        </p:spPr>
      </p:pic>
      <p:cxnSp>
        <p:nvCxnSpPr>
          <p:cNvPr id="23" name="Google Shape;85;p15"/>
          <p:cNvCxnSpPr/>
          <p:nvPr/>
        </p:nvCxnSpPr>
        <p:spPr>
          <a:xfrm>
            <a:off x="1211400" y="300960"/>
            <a:ext cx="7932960" cy="360"/>
          </a:xfrm>
          <a:prstGeom prst="straightConnector1">
            <a:avLst/>
          </a:prstGeom>
          <a:ln w="9525">
            <a:solidFill>
              <a:srgbClr val="FFFFFF"/>
            </a:solidFill>
            <a:round/>
          </a:ln>
        </p:spPr>
      </p:cxnSp>
      <p:sp>
        <p:nvSpPr>
          <p:cNvPr id="24" name="PlaceHolder 1"/>
          <p:cNvSpPr>
            <a:spLocks noGrp="1"/>
          </p:cNvSpPr>
          <p:nvPr>
            <p:ph type="title"/>
          </p:nvPr>
        </p:nvSpPr>
        <p:spPr>
          <a:xfrm>
            <a:off x="235440" y="527040"/>
            <a:ext cx="2840040" cy="7585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25" name="PlaceHolder 2"/>
          <p:cNvSpPr>
            <a:spLocks noGrp="1"/>
          </p:cNvSpPr>
          <p:nvPr>
            <p:ph type="body"/>
          </p:nvPr>
        </p:nvSpPr>
        <p:spPr>
          <a:xfrm>
            <a:off x="5687280" y="0"/>
            <a:ext cx="345672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pic>
        <p:nvPicPr>
          <p:cNvPr id="26" name="Google Shape;90;p16"/>
          <p:cNvPicPr/>
          <p:nvPr/>
        </p:nvPicPr>
        <p:blipFill>
          <a:blip r:embed="rId2"/>
          <a:stretch/>
        </p:blipFill>
        <p:spPr>
          <a:xfrm rot="10800000">
            <a:off x="360" y="0"/>
            <a:ext cx="9143640" cy="5143320"/>
          </a:xfrm>
          <a:prstGeom prst="rect">
            <a:avLst/>
          </a:prstGeom>
          <a:noFill/>
          <a:ln w="0">
            <a:noFill/>
          </a:ln>
        </p:spPr>
      </p:pic>
      <p:cxnSp>
        <p:nvCxnSpPr>
          <p:cNvPr id="27" name="Google Shape;91;p16"/>
          <p:cNvCxnSpPr/>
          <p:nvPr/>
        </p:nvCxnSpPr>
        <p:spPr>
          <a:xfrm>
            <a:off x="1211400" y="300960"/>
            <a:ext cx="7932960" cy="360"/>
          </a:xfrm>
          <a:prstGeom prst="straightConnector1">
            <a:avLst/>
          </a:prstGeom>
          <a:ln w="9525">
            <a:solidFill>
              <a:srgbClr val="FFFFFF"/>
            </a:solidFill>
            <a:round/>
          </a:ln>
        </p:spPr>
      </p:cxnSp>
      <p:sp>
        <p:nvSpPr>
          <p:cNvPr id="28" name="PlaceHolder 1"/>
          <p:cNvSpPr>
            <a:spLocks noGrp="1"/>
          </p:cNvSpPr>
          <p:nvPr>
            <p:ph type="title"/>
          </p:nvPr>
        </p:nvSpPr>
        <p:spPr>
          <a:xfrm>
            <a:off x="228600" y="320760"/>
            <a:ext cx="342072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pic>
        <p:nvPicPr>
          <p:cNvPr id="29" name="Google Shape;100;p17"/>
          <p:cNvPicPr/>
          <p:nvPr/>
        </p:nvPicPr>
        <p:blipFill>
          <a:blip r:embed="rId2"/>
          <a:stretch/>
        </p:blipFill>
        <p:spPr>
          <a:xfrm>
            <a:off x="0" y="0"/>
            <a:ext cx="9143640" cy="5143320"/>
          </a:xfrm>
          <a:prstGeom prst="rect">
            <a:avLst/>
          </a:prstGeom>
          <a:noFill/>
          <a:ln w="0">
            <a:noFill/>
          </a:ln>
        </p:spPr>
      </p:pic>
      <p:cxnSp>
        <p:nvCxnSpPr>
          <p:cNvPr id="30" name="Google Shape;101;p17"/>
          <p:cNvCxnSpPr/>
          <p:nvPr/>
        </p:nvCxnSpPr>
        <p:spPr>
          <a:xfrm>
            <a:off x="0" y="300960"/>
            <a:ext cx="7932960" cy="360"/>
          </a:xfrm>
          <a:prstGeom prst="straightConnector1">
            <a:avLst/>
          </a:prstGeom>
          <a:ln w="9525">
            <a:solidFill>
              <a:srgbClr val="FFFFFF"/>
            </a:solidFill>
            <a:round/>
          </a:ln>
        </p:spPr>
      </p:cxnSp>
      <p:sp>
        <p:nvSpPr>
          <p:cNvPr id="31" name="PlaceHolder 1"/>
          <p:cNvSpPr>
            <a:spLocks noGrp="1"/>
          </p:cNvSpPr>
          <p:nvPr>
            <p:ph type="title"/>
          </p:nvPr>
        </p:nvSpPr>
        <p:spPr>
          <a:xfrm>
            <a:off x="4838040" y="331200"/>
            <a:ext cx="407700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pic>
        <p:nvPicPr>
          <p:cNvPr id="32" name="Google Shape;112;p18"/>
          <p:cNvPicPr/>
          <p:nvPr/>
        </p:nvPicPr>
        <p:blipFill>
          <a:blip r:embed="rId2"/>
          <a:stretch/>
        </p:blipFill>
        <p:spPr>
          <a:xfrm>
            <a:off x="0" y="0"/>
            <a:ext cx="9143640" cy="5143320"/>
          </a:xfrm>
          <a:prstGeom prst="rect">
            <a:avLst/>
          </a:prstGeom>
          <a:noFill/>
          <a:ln w="0">
            <a:noFill/>
          </a:ln>
        </p:spPr>
      </p:pic>
      <p:cxnSp>
        <p:nvCxnSpPr>
          <p:cNvPr id="33" name="Google Shape;113;p18"/>
          <p:cNvCxnSpPr/>
          <p:nvPr/>
        </p:nvCxnSpPr>
        <p:spPr>
          <a:xfrm>
            <a:off x="0" y="300960"/>
            <a:ext cx="7932960" cy="360"/>
          </a:xfrm>
          <a:prstGeom prst="straightConnector1">
            <a:avLst/>
          </a:prstGeom>
          <a:ln w="9525">
            <a:solidFill>
              <a:srgbClr val="FFFFFF"/>
            </a:solidFill>
            <a:round/>
          </a:ln>
        </p:spPr>
      </p:cxnSp>
      <p:sp>
        <p:nvSpPr>
          <p:cNvPr id="34" name="PlaceHolder 1"/>
          <p:cNvSpPr>
            <a:spLocks noGrp="1"/>
          </p:cNvSpPr>
          <p:nvPr>
            <p:ph type="title"/>
          </p:nvPr>
        </p:nvSpPr>
        <p:spPr>
          <a:xfrm>
            <a:off x="228600" y="331200"/>
            <a:ext cx="3564360" cy="6667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35" name="Google Shape;116;p19"/>
          <p:cNvPicPr/>
          <p:nvPr/>
        </p:nvPicPr>
        <p:blipFill>
          <a:blip r:embed="rId2"/>
          <a:stretch/>
        </p:blipFill>
        <p:spPr>
          <a:xfrm rot="10800000">
            <a:off x="360" y="0"/>
            <a:ext cx="9143640" cy="5143320"/>
          </a:xfrm>
          <a:prstGeom prst="rect">
            <a:avLst/>
          </a:prstGeom>
          <a:noFill/>
          <a:ln w="0">
            <a:noFill/>
          </a:ln>
        </p:spPr>
      </p:pic>
      <p:cxnSp>
        <p:nvCxnSpPr>
          <p:cNvPr id="36" name="Google Shape;117;p19"/>
          <p:cNvCxnSpPr/>
          <p:nvPr/>
        </p:nvCxnSpPr>
        <p:spPr>
          <a:xfrm>
            <a:off x="1211400" y="300960"/>
            <a:ext cx="7932960" cy="360"/>
          </a:xfrm>
          <a:prstGeom prst="straightConnector1">
            <a:avLst/>
          </a:prstGeom>
          <a:ln w="9525">
            <a:solidFill>
              <a:srgbClr val="FFFFFF"/>
            </a:solidFill>
            <a:round/>
          </a:ln>
        </p:spPr>
      </p:cxnSp>
      <p:sp>
        <p:nvSpPr>
          <p:cNvPr id="37" name="PlaceHolder 1"/>
          <p:cNvSpPr>
            <a:spLocks noGrp="1"/>
          </p:cNvSpPr>
          <p:nvPr>
            <p:ph type="title"/>
          </p:nvPr>
        </p:nvSpPr>
        <p:spPr>
          <a:xfrm>
            <a:off x="5194800" y="649080"/>
            <a:ext cx="3713760" cy="1729080"/>
          </a:xfrm>
          <a:prstGeom prst="rect">
            <a:avLst/>
          </a:prstGeom>
          <a:noFill/>
          <a:ln w="0">
            <a:noFill/>
          </a:ln>
        </p:spPr>
        <p:txBody>
          <a:bodyPr lIns="91440" tIns="91440" rIns="91440" bIns="91440" anchor="b">
            <a:noAutofit/>
          </a:bodyPr>
          <a:lstStyle/>
          <a:p>
            <a:pPr indent="0">
              <a:buNone/>
            </a:pPr>
            <a:r>
              <a:rPr lang="fr-FR" sz="7300" b="0" u="none" strike="noStrike">
                <a:solidFill>
                  <a:schemeClr val="dk1"/>
                </a:solidFill>
                <a:effectLst/>
                <a:uFillTx/>
                <a:latin typeface="Arial"/>
              </a:rPr>
              <a:t>Click to edit the title text format</a:t>
            </a:r>
          </a:p>
        </p:txBody>
      </p:sp>
      <p:sp>
        <p:nvSpPr>
          <p:cNvPr id="38" name="Google Shape;120;p19"/>
          <p:cNvSpPr/>
          <p:nvPr/>
        </p:nvSpPr>
        <p:spPr>
          <a:xfrm>
            <a:off x="249120" y="3735720"/>
            <a:ext cx="494532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defTabSz="914400">
              <a:lnSpc>
                <a:spcPct val="100000"/>
              </a:lnSpc>
              <a:spcBef>
                <a:spcPts val="300"/>
              </a:spcBef>
              <a:tabLst>
                <a:tab pos="0" algn="l"/>
              </a:tabLst>
            </a:pPr>
            <a:r>
              <a:rPr lang="en" sz="1000" b="1" u="none" strike="noStrike">
                <a:solidFill>
                  <a:schemeClr val="dk1"/>
                </a:solidFill>
                <a:effectLst/>
                <a:uFillTx/>
                <a:latin typeface="Open Sans"/>
                <a:ea typeface="Open Sans"/>
              </a:rPr>
              <a:t>CREDITS:</a:t>
            </a:r>
            <a:r>
              <a:rPr lang="en" sz="1000" b="0" u="none" strike="noStrike">
                <a:solidFill>
                  <a:schemeClr val="dk1"/>
                </a:solidFill>
                <a:effectLst/>
                <a:uFillTx/>
                <a:latin typeface="Open Sans"/>
                <a:ea typeface="Open Sans"/>
              </a:rPr>
              <a:t> This presentation template was created by </a:t>
            </a:r>
            <a:r>
              <a:rPr lang="en" sz="1000" b="1" u="sng" strike="noStrike">
                <a:solidFill>
                  <a:schemeClr val="hlink"/>
                </a:solidFill>
                <a:effectLst/>
                <a:uFillTx/>
                <a:latin typeface="Open Sans"/>
                <a:ea typeface="Open Sans"/>
                <a:hlinkClick r:id="rId3"/>
              </a:rPr>
              <a:t>Slidesgo</a:t>
            </a:r>
            <a:r>
              <a:rPr lang="en" sz="1000" b="0" u="none" strike="noStrike">
                <a:solidFill>
                  <a:schemeClr val="dk1"/>
                </a:solidFill>
                <a:effectLst/>
                <a:uFillTx/>
                <a:latin typeface="Open Sans"/>
                <a:ea typeface="Open Sans"/>
              </a:rPr>
              <a:t>, and includes icons, infographics &amp; images by </a:t>
            </a:r>
            <a:r>
              <a:rPr lang="en" sz="1000" b="1" u="sng" strike="noStrike">
                <a:solidFill>
                  <a:schemeClr val="dk1"/>
                </a:solidFill>
                <a:effectLst/>
                <a:uFillTx/>
                <a:latin typeface="Open Sans"/>
                <a:ea typeface="Open Sans"/>
                <a:hlinkClick r:id="rId4"/>
              </a:rPr>
              <a:t>Freepik</a:t>
            </a:r>
            <a:r>
              <a:rPr lang="en" sz="1000" b="0" u="sng" strike="noStrike">
                <a:solidFill>
                  <a:schemeClr val="dk1"/>
                </a:solidFill>
                <a:effectLst/>
                <a:uFillTx/>
                <a:latin typeface="Open Sans"/>
                <a:ea typeface="Open Sans"/>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pic>
        <p:nvPicPr>
          <p:cNvPr id="39" name="Google Shape;122;p20"/>
          <p:cNvPicPr/>
          <p:nvPr/>
        </p:nvPicPr>
        <p:blipFill>
          <a:blip r:embed="rId2"/>
          <a:stretch/>
        </p:blipFill>
        <p:spPr>
          <a:xfrm>
            <a:off x="0" y="0"/>
            <a:ext cx="9143640" cy="5143320"/>
          </a:xfrm>
          <a:prstGeom prst="rect">
            <a:avLst/>
          </a:prstGeom>
          <a:noFill/>
          <a:ln w="0">
            <a:noFill/>
          </a:ln>
        </p:spPr>
      </p:pic>
      <p:cxnSp>
        <p:nvCxnSpPr>
          <p:cNvPr id="40" name="Google Shape;123;p20"/>
          <p:cNvCxnSpPr/>
          <p:nvPr/>
        </p:nvCxnSpPr>
        <p:spPr>
          <a:xfrm>
            <a:off x="0" y="300960"/>
            <a:ext cx="7932960" cy="360"/>
          </a:xfrm>
          <a:prstGeom prst="straightConnector1">
            <a:avLst/>
          </a:prstGeom>
          <a:ln w="9525">
            <a:solidFill>
              <a:srgbClr val="FFFFFF"/>
            </a:solidFill>
            <a:roun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41" name="Google Shape;14;p3"/>
          <p:cNvPicPr/>
          <p:nvPr/>
        </p:nvPicPr>
        <p:blipFill>
          <a:blip r:embed="rId2"/>
          <a:stretch/>
        </p:blipFill>
        <p:spPr>
          <a:xfrm>
            <a:off x="0" y="0"/>
            <a:ext cx="9143640" cy="5143320"/>
          </a:xfrm>
          <a:prstGeom prst="rect">
            <a:avLst/>
          </a:prstGeom>
          <a:noFill/>
          <a:ln w="0">
            <a:noFill/>
          </a:ln>
        </p:spPr>
      </p:pic>
      <p:cxnSp>
        <p:nvCxnSpPr>
          <p:cNvPr id="42" name="Google Shape;15;p3"/>
          <p:cNvCxnSpPr/>
          <p:nvPr/>
        </p:nvCxnSpPr>
        <p:spPr>
          <a:xfrm>
            <a:off x="0" y="300960"/>
            <a:ext cx="7932960" cy="360"/>
          </a:xfrm>
          <a:prstGeom prst="straightConnector1">
            <a:avLst/>
          </a:prstGeom>
          <a:ln w="9525">
            <a:solidFill>
              <a:srgbClr val="FFFFFF"/>
            </a:solidFill>
            <a:round/>
          </a:ln>
        </p:spPr>
      </p:cxnSp>
      <p:sp>
        <p:nvSpPr>
          <p:cNvPr id="43" name="PlaceHolder 1"/>
          <p:cNvSpPr>
            <a:spLocks noGrp="1"/>
          </p:cNvSpPr>
          <p:nvPr>
            <p:ph type="title"/>
          </p:nvPr>
        </p:nvSpPr>
        <p:spPr>
          <a:xfrm>
            <a:off x="3408840" y="2769120"/>
            <a:ext cx="5183640" cy="1261080"/>
          </a:xfrm>
          <a:prstGeom prst="rect">
            <a:avLst/>
          </a:prstGeom>
          <a:noFill/>
          <a:ln w="0">
            <a:noFill/>
          </a:ln>
        </p:spPr>
        <p:txBody>
          <a:bodyPr lIns="91440" tIns="91440" rIns="91440" bIns="91440" anchor="t">
            <a:noAutofit/>
          </a:bodyPr>
          <a:lstStyle/>
          <a:p>
            <a:pPr indent="0">
              <a:buNone/>
            </a:pPr>
            <a:r>
              <a:rPr lang="fr-FR" sz="5400" b="0" u="none" strike="noStrike">
                <a:solidFill>
                  <a:schemeClr val="dk1"/>
                </a:solidFill>
                <a:effectLst/>
                <a:uFillTx/>
                <a:latin typeface="Arial"/>
              </a:rPr>
              <a:t>Click to edit the title text format</a:t>
            </a:r>
          </a:p>
        </p:txBody>
      </p:sp>
      <p:sp>
        <p:nvSpPr>
          <p:cNvPr id="44" name="PlaceHolder 2"/>
          <p:cNvSpPr>
            <a:spLocks noGrp="1"/>
          </p:cNvSpPr>
          <p:nvPr>
            <p:ph type="title"/>
          </p:nvPr>
        </p:nvSpPr>
        <p:spPr>
          <a:xfrm>
            <a:off x="551160" y="1058760"/>
            <a:ext cx="4993560" cy="3455640"/>
          </a:xfrm>
          <a:prstGeom prst="rect">
            <a:avLst/>
          </a:prstGeom>
          <a:noFill/>
          <a:ln w="0">
            <a:noFill/>
          </a:ln>
        </p:spPr>
        <p:txBody>
          <a:bodyPr lIns="91440" tIns="91440" rIns="91440" bIns="91440" anchor="b">
            <a:noAutofit/>
          </a:bodyPr>
          <a:lstStyle/>
          <a:p>
            <a:pPr indent="0">
              <a:lnSpc>
                <a:spcPct val="70000"/>
              </a:lnSpc>
              <a:buNone/>
            </a:pPr>
            <a:r>
              <a:rPr lang="fr-FR" sz="28000" b="0" u="none" strike="noStrike">
                <a:solidFill>
                  <a:schemeClr val="lt1"/>
                </a:solidFill>
                <a:effectLst/>
                <a:uFillTx/>
                <a:latin typeface="Geist ExtraBold"/>
                <a:ea typeface="Geist ExtraBold"/>
              </a:rPr>
              <a:t>xx%</a:t>
            </a:r>
            <a:endParaRPr lang="fr-FR" sz="28000" b="0" u="none" strike="noStrike">
              <a:solidFill>
                <a:schemeClr val="dk1"/>
              </a:solidFill>
              <a:effectLst/>
              <a:uFillTx/>
              <a:latin typeface="Arial"/>
            </a:endParaRPr>
          </a:p>
        </p:txBody>
      </p:sp>
      <p:sp>
        <p:nvSpPr>
          <p:cNvPr id="45"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pic>
        <p:nvPicPr>
          <p:cNvPr id="46" name="Google Shape;125;p21"/>
          <p:cNvPicPr/>
          <p:nvPr/>
        </p:nvPicPr>
        <p:blipFill>
          <a:blip r:embed="rId2"/>
          <a:stretch/>
        </p:blipFill>
        <p:spPr>
          <a:xfrm rot="10800000">
            <a:off x="360" y="0"/>
            <a:ext cx="9143640" cy="5143320"/>
          </a:xfrm>
          <a:prstGeom prst="rect">
            <a:avLst/>
          </a:prstGeom>
          <a:noFill/>
          <a:ln w="0">
            <a:noFill/>
          </a:ln>
        </p:spPr>
      </p:pic>
      <p:cxnSp>
        <p:nvCxnSpPr>
          <p:cNvPr id="47" name="Google Shape;126;p21"/>
          <p:cNvCxnSpPr/>
          <p:nvPr/>
        </p:nvCxnSpPr>
        <p:spPr>
          <a:xfrm>
            <a:off x="1211400" y="300960"/>
            <a:ext cx="7932960" cy="360"/>
          </a:xfrm>
          <a:prstGeom prst="straightConnector1">
            <a:avLst/>
          </a:prstGeom>
          <a:ln w="9525">
            <a:solidFill>
              <a:srgbClr val="FFFFFF"/>
            </a:solidFill>
            <a:round/>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48" name="Google Shape;19;p4"/>
          <p:cNvPicPr/>
          <p:nvPr/>
        </p:nvPicPr>
        <p:blipFill>
          <a:blip r:embed="rId2"/>
          <a:stretch/>
        </p:blipFill>
        <p:spPr>
          <a:xfrm rot="10800000">
            <a:off x="360" y="0"/>
            <a:ext cx="9143640" cy="5143320"/>
          </a:xfrm>
          <a:prstGeom prst="rect">
            <a:avLst/>
          </a:prstGeom>
          <a:noFill/>
          <a:ln w="0">
            <a:noFill/>
          </a:ln>
        </p:spPr>
      </p:pic>
      <p:sp>
        <p:nvSpPr>
          <p:cNvPr id="49" name="PlaceHolder 1"/>
          <p:cNvSpPr>
            <a:spLocks noGrp="1"/>
          </p:cNvSpPr>
          <p:nvPr>
            <p:ph type="title"/>
          </p:nvPr>
        </p:nvSpPr>
        <p:spPr>
          <a:xfrm>
            <a:off x="228600" y="22860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0" name="PlaceHolder 2"/>
          <p:cNvSpPr>
            <a:spLocks noGrp="1"/>
          </p:cNvSpPr>
          <p:nvPr>
            <p:ph type="body"/>
          </p:nvPr>
        </p:nvSpPr>
        <p:spPr>
          <a:xfrm>
            <a:off x="228600" y="999360"/>
            <a:ext cx="7703640" cy="34160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cxnSp>
        <p:nvCxnSpPr>
          <p:cNvPr id="51" name="Google Shape;22;p4"/>
          <p:cNvCxnSpPr/>
          <p:nvPr/>
        </p:nvCxnSpPr>
        <p:spPr>
          <a:xfrm>
            <a:off x="1211400" y="300960"/>
            <a:ext cx="7932960" cy="360"/>
          </a:xfrm>
          <a:prstGeom prst="straightConnector1">
            <a:avLst/>
          </a:prstGeom>
          <a:ln w="9525">
            <a:solidFill>
              <a:srgbClr val="FFFFFF"/>
            </a:solidFill>
            <a:round/>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52" name="Google Shape;24;p5"/>
          <p:cNvPicPr/>
          <p:nvPr/>
        </p:nvPicPr>
        <p:blipFill>
          <a:blip r:embed="rId2"/>
          <a:stretch/>
        </p:blipFill>
        <p:spPr>
          <a:xfrm>
            <a:off x="0" y="0"/>
            <a:ext cx="9143640" cy="5143320"/>
          </a:xfrm>
          <a:prstGeom prst="rect">
            <a:avLst/>
          </a:prstGeom>
          <a:noFill/>
          <a:ln w="0">
            <a:noFill/>
          </a:ln>
        </p:spPr>
      </p:pic>
      <p:cxnSp>
        <p:nvCxnSpPr>
          <p:cNvPr id="53" name="Google Shape;25;p5"/>
          <p:cNvCxnSpPr/>
          <p:nvPr/>
        </p:nvCxnSpPr>
        <p:spPr>
          <a:xfrm>
            <a:off x="0" y="300960"/>
            <a:ext cx="7932960" cy="360"/>
          </a:xfrm>
          <a:prstGeom prst="straightConnector1">
            <a:avLst/>
          </a:prstGeom>
          <a:ln w="9525">
            <a:solidFill>
              <a:srgbClr val="FFFFFF"/>
            </a:solidFill>
            <a:round/>
          </a:ln>
        </p:spPr>
      </p:cxnSp>
      <p:sp>
        <p:nvSpPr>
          <p:cNvPr id="54" name="PlaceHolder 1"/>
          <p:cNvSpPr>
            <a:spLocks noGrp="1"/>
          </p:cNvSpPr>
          <p:nvPr>
            <p:ph type="title"/>
          </p:nvPr>
        </p:nvSpPr>
        <p:spPr>
          <a:xfrm>
            <a:off x="6026760" y="331200"/>
            <a:ext cx="288828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55" name="Google Shape;32;p6"/>
          <p:cNvPicPr/>
          <p:nvPr/>
        </p:nvPicPr>
        <p:blipFill>
          <a:blip r:embed="rId2"/>
          <a:stretch/>
        </p:blipFill>
        <p:spPr>
          <a:xfrm rot="10800000">
            <a:off x="360" y="0"/>
            <a:ext cx="9143640" cy="5143320"/>
          </a:xfrm>
          <a:prstGeom prst="rect">
            <a:avLst/>
          </a:prstGeom>
          <a:noFill/>
          <a:ln w="0">
            <a:noFill/>
          </a:ln>
        </p:spPr>
      </p:pic>
      <p:sp>
        <p:nvSpPr>
          <p:cNvPr id="56" name="PlaceHolder 1"/>
          <p:cNvSpPr>
            <a:spLocks noGrp="1"/>
          </p:cNvSpPr>
          <p:nvPr>
            <p:ph type="title"/>
          </p:nvPr>
        </p:nvSpPr>
        <p:spPr>
          <a:xfrm>
            <a:off x="5350680" y="331200"/>
            <a:ext cx="3564360" cy="66672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cxnSp>
        <p:nvCxnSpPr>
          <p:cNvPr id="57" name="Google Shape;34;p6"/>
          <p:cNvCxnSpPr/>
          <p:nvPr/>
        </p:nvCxnSpPr>
        <p:spPr>
          <a:xfrm>
            <a:off x="1211400" y="300960"/>
            <a:ext cx="7932960" cy="360"/>
          </a:xfrm>
          <a:prstGeom prst="straightConnector1">
            <a:avLst/>
          </a:prstGeom>
          <a:ln w="9525">
            <a:solidFill>
              <a:srgbClr val="FFFFFF"/>
            </a:solidFill>
            <a:round/>
          </a:ln>
        </p:spPr>
      </p:cxnSp>
      <p:sp>
        <p:nvSpPr>
          <p:cNvPr id="5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59" name="Google Shape;36;p7"/>
          <p:cNvPicPr/>
          <p:nvPr/>
        </p:nvPicPr>
        <p:blipFill>
          <a:blip r:embed="rId2"/>
          <a:stretch/>
        </p:blipFill>
        <p:spPr>
          <a:xfrm rot="10800000" flipH="1">
            <a:off x="0" y="0"/>
            <a:ext cx="9143640" cy="5143320"/>
          </a:xfrm>
          <a:prstGeom prst="rect">
            <a:avLst/>
          </a:prstGeom>
          <a:noFill/>
          <a:ln w="0">
            <a:noFill/>
          </a:ln>
        </p:spPr>
      </p:pic>
      <p:sp>
        <p:nvSpPr>
          <p:cNvPr id="60" name="PlaceHolder 1"/>
          <p:cNvSpPr>
            <a:spLocks noGrp="1"/>
          </p:cNvSpPr>
          <p:nvPr>
            <p:ph type="title"/>
          </p:nvPr>
        </p:nvSpPr>
        <p:spPr>
          <a:xfrm>
            <a:off x="720000" y="444960"/>
            <a:ext cx="476352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cxnSp>
        <p:nvCxnSpPr>
          <p:cNvPr id="61" name="Google Shape;39;p7"/>
          <p:cNvCxnSpPr/>
          <p:nvPr/>
        </p:nvCxnSpPr>
        <p:spPr>
          <a:xfrm>
            <a:off x="0" y="300960"/>
            <a:ext cx="7932960" cy="360"/>
          </a:xfrm>
          <a:prstGeom prst="straightConnector1">
            <a:avLst/>
          </a:prstGeom>
          <a:ln w="9525">
            <a:solidFill>
              <a:srgbClr val="FFFFFF"/>
            </a:solidFill>
            <a:round/>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62" name="Google Shape;41;p8"/>
          <p:cNvPicPr/>
          <p:nvPr/>
        </p:nvPicPr>
        <p:blipFill>
          <a:blip r:embed="rId2"/>
          <a:stretch/>
        </p:blipFill>
        <p:spPr>
          <a:xfrm rot="10800000">
            <a:off x="360" y="0"/>
            <a:ext cx="9143640" cy="5143320"/>
          </a:xfrm>
          <a:prstGeom prst="rect">
            <a:avLst/>
          </a:prstGeom>
          <a:noFill/>
          <a:ln w="0">
            <a:noFill/>
          </a:ln>
        </p:spPr>
      </p:pic>
      <p:sp>
        <p:nvSpPr>
          <p:cNvPr id="63" name="PlaceHolder 1"/>
          <p:cNvSpPr>
            <a:spLocks noGrp="1"/>
          </p:cNvSpPr>
          <p:nvPr>
            <p:ph type="title"/>
          </p:nvPr>
        </p:nvSpPr>
        <p:spPr>
          <a:xfrm>
            <a:off x="1768680" y="1307160"/>
            <a:ext cx="560664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cxnSp>
        <p:nvCxnSpPr>
          <p:cNvPr id="64" name="Google Shape;43;p8"/>
          <p:cNvCxnSpPr/>
          <p:nvPr/>
        </p:nvCxnSpPr>
        <p:spPr>
          <a:xfrm>
            <a:off x="1211400" y="300960"/>
            <a:ext cx="7932960" cy="360"/>
          </a:xfrm>
          <a:prstGeom prst="straightConnector1">
            <a:avLst/>
          </a:prstGeom>
          <a:ln w="9525">
            <a:solidFill>
              <a:srgbClr val="FFFFFF"/>
            </a:solidFill>
            <a:round/>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65" name="Google Shape;45;p9"/>
          <p:cNvPicPr/>
          <p:nvPr/>
        </p:nvPicPr>
        <p:blipFill>
          <a:blip r:embed="rId2"/>
          <a:stretch/>
        </p:blipFill>
        <p:spPr>
          <a:xfrm rot="10800000" flipH="1">
            <a:off x="0" y="0"/>
            <a:ext cx="9143640" cy="5143320"/>
          </a:xfrm>
          <a:prstGeom prst="rect">
            <a:avLst/>
          </a:prstGeom>
          <a:noFill/>
          <a:ln w="0">
            <a:noFill/>
          </a:ln>
        </p:spPr>
      </p:pic>
      <p:sp>
        <p:nvSpPr>
          <p:cNvPr id="66" name="PlaceHolder 1"/>
          <p:cNvSpPr>
            <a:spLocks noGrp="1"/>
          </p:cNvSpPr>
          <p:nvPr>
            <p:ph type="title"/>
          </p:nvPr>
        </p:nvSpPr>
        <p:spPr>
          <a:xfrm>
            <a:off x="2135520" y="1441800"/>
            <a:ext cx="4872600" cy="1186920"/>
          </a:xfrm>
          <a:prstGeom prst="rect">
            <a:avLst/>
          </a:prstGeom>
          <a:noFill/>
          <a:ln w="0">
            <a:noFill/>
          </a:ln>
        </p:spPr>
        <p:txBody>
          <a:bodyPr lIns="91440" tIns="91440" rIns="91440" bIns="91440" anchor="b">
            <a:noAutofit/>
          </a:bodyPr>
          <a:lstStyle/>
          <a:p>
            <a:pPr indent="0">
              <a:buNone/>
            </a:pPr>
            <a:r>
              <a:rPr lang="fr-FR" sz="6000" b="0" u="none" strike="noStrike">
                <a:solidFill>
                  <a:schemeClr val="dk1"/>
                </a:solidFill>
                <a:effectLst/>
                <a:uFillTx/>
                <a:latin typeface="Arial"/>
              </a:rPr>
              <a:t>Click to edit the title text format</a:t>
            </a:r>
          </a:p>
        </p:txBody>
      </p:sp>
      <p:cxnSp>
        <p:nvCxnSpPr>
          <p:cNvPr id="67" name="Google Shape;48;p9"/>
          <p:cNvCxnSpPr/>
          <p:nvPr/>
        </p:nvCxnSpPr>
        <p:spPr>
          <a:xfrm>
            <a:off x="0" y="300960"/>
            <a:ext cx="7932960" cy="360"/>
          </a:xfrm>
          <a:prstGeom prst="straightConnector1">
            <a:avLst/>
          </a:prstGeom>
          <a:ln w="9525">
            <a:solidFill>
              <a:srgbClr val="FFFFFF"/>
            </a:solidFill>
            <a:round/>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68"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9" name="PlaceHolder 2"/>
          <p:cNvSpPr>
            <a:spLocks noGrp="1"/>
          </p:cNvSpPr>
          <p:nvPr>
            <p:ph type="title"/>
          </p:nvPr>
        </p:nvSpPr>
        <p:spPr>
          <a:xfrm>
            <a:off x="720000" y="4014360"/>
            <a:ext cx="7703640" cy="572400"/>
          </a:xfrm>
          <a:prstGeom prst="rect">
            <a:avLst/>
          </a:prstGeom>
          <a:solidFill>
            <a:schemeClr val="lt2"/>
          </a:solidFill>
          <a:ln w="0">
            <a:noFill/>
          </a:ln>
        </p:spPr>
        <p:txBody>
          <a:bodyPr lIns="91440" tIns="91440" rIns="91440" bIns="91440" anchor="t">
            <a:noAutofit/>
          </a:bodyPr>
          <a:lstStyle/>
          <a:p>
            <a:pPr indent="0">
              <a:buNone/>
            </a:pPr>
            <a:r>
              <a:rPr lang="fr-FR" sz="25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70" name="Google Shape;132;p24"/>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72" name="Google Shape;135;p25"/>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73"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74"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0" r:id="rId1"/>
    <p:sldLayoutId id="2147483671" r:id="rId2"/>
    <p:sldLayoutId id="214748367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6.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PlaceHolder 1"/>
          <p:cNvSpPr>
            <a:spLocks noGrp="1"/>
          </p:cNvSpPr>
          <p:nvPr>
            <p:ph type="title"/>
          </p:nvPr>
        </p:nvSpPr>
        <p:spPr>
          <a:xfrm>
            <a:off x="1571760" y="1476360"/>
            <a:ext cx="6000480" cy="1990440"/>
          </a:xfrm>
          <a:prstGeom prst="rect">
            <a:avLst/>
          </a:prstGeom>
          <a:noFill/>
          <a:ln w="0">
            <a:noFill/>
          </a:ln>
        </p:spPr>
        <p:txBody>
          <a:bodyPr lIns="91440" tIns="91440" rIns="91440" bIns="91440" anchor="b">
            <a:normAutofit/>
          </a:bodyPr>
          <a:lstStyle/>
          <a:p>
            <a:pPr indent="0">
              <a:lnSpc>
                <a:spcPct val="70000"/>
              </a:lnSpc>
              <a:buNone/>
              <a:tabLst>
                <a:tab pos="0" algn="l"/>
              </a:tabLst>
            </a:pPr>
            <a:r>
              <a:rPr lang="en-US" sz="7300" b="0" u="none" strike="noStrike">
                <a:solidFill>
                  <a:schemeClr val="dk1"/>
                </a:solidFill>
                <a:effectLst/>
                <a:uFillTx/>
                <a:latin typeface="Geist"/>
                <a:ea typeface="Geist"/>
              </a:rPr>
              <a:t>Pizza Sales</a:t>
            </a:r>
            <a:endParaRPr lang="fr-FR" sz="7300" b="0" u="none" strike="noStrike">
              <a:solidFill>
                <a:schemeClr val="dk1"/>
              </a:solidFill>
              <a:effectLst/>
              <a:uFillTx/>
              <a:latin typeface="Arial"/>
            </a:endParaRPr>
          </a:p>
        </p:txBody>
      </p:sp>
      <p:sp>
        <p:nvSpPr>
          <p:cNvPr id="76" name="PlaceHolder 2"/>
          <p:cNvSpPr>
            <a:spLocks noGrp="1"/>
          </p:cNvSpPr>
          <p:nvPr>
            <p:ph type="subTitle"/>
          </p:nvPr>
        </p:nvSpPr>
        <p:spPr>
          <a:xfrm>
            <a:off x="2543040" y="3314880"/>
            <a:ext cx="4400280" cy="3614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1000" b="0" u="none" strike="noStrike">
                <a:solidFill>
                  <a:schemeClr val="dk1"/>
                </a:solidFill>
                <a:effectLst/>
                <a:uFillTx/>
                <a:latin typeface="arial"/>
                <a:ea typeface="arial"/>
              </a:rPr>
              <a:t>Simple Business Theme and Insights</a:t>
            </a:r>
            <a:endParaRPr lang="en-US" sz="1000" b="0" u="none" strike="noStrike">
              <a:solidFill>
                <a:srgbClr val="FFFFFF"/>
              </a:solidFill>
              <a:effectLst/>
              <a:uFillTx/>
              <a:latin typeface="OpenSymbol"/>
            </a:endParaRPr>
          </a:p>
        </p:txBody>
      </p:sp>
      <p:sp>
        <p:nvSpPr>
          <p:cNvPr id="77" name="PlaceHolder 3"/>
          <p:cNvSpPr>
            <a:spLocks noGrp="1"/>
          </p:cNvSpPr>
          <p:nvPr>
            <p:ph type="subTitle"/>
          </p:nvPr>
        </p:nvSpPr>
        <p:spPr>
          <a:xfrm>
            <a:off x="228600" y="304920"/>
            <a:ext cx="1076040" cy="361440"/>
          </a:xfrm>
          <a:prstGeom prst="rect">
            <a:avLst/>
          </a:prstGeom>
          <a:noFill/>
          <a:ln w="0">
            <a:noFill/>
          </a:ln>
        </p:spPr>
        <p:txBody>
          <a:bodyPr lIns="91440" tIns="91440" rIns="91440" bIns="91440" anchor="t">
            <a:normAutofit fontScale="70000" lnSpcReduction="19999"/>
          </a:bodyPr>
          <a:lstStyle/>
          <a:p>
            <a:pPr indent="0" algn="ctr">
              <a:lnSpc>
                <a:spcPct val="100000"/>
              </a:lnSpc>
              <a:buNone/>
              <a:tabLst>
                <a:tab pos="0" algn="l"/>
              </a:tabLst>
            </a:pPr>
            <a:r>
              <a:rPr lang="en-US" sz="1000" b="0" u="none" strike="noStrike">
                <a:solidFill>
                  <a:schemeClr val="dk1"/>
                </a:solidFill>
                <a:effectLst/>
                <a:uFillTx/>
                <a:latin typeface="arial"/>
                <a:ea typeface="arial"/>
              </a:rPr>
              <a:t>Simple Business Theme and Insights</a:t>
            </a:r>
            <a:endParaRPr lang="en-US" sz="1000" b="0" u="none" strike="noStrike">
              <a:solidFill>
                <a:srgbClr val="FFFFFF"/>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237960" y="523800"/>
            <a:ext cx="2838240" cy="76176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Geist"/>
                <a:ea typeface="Geist"/>
              </a:rPr>
              <a:t>Introduction</a:t>
            </a:r>
            <a:endParaRPr lang="fr-FR" sz="2600" b="0" u="none" strike="noStrike">
              <a:solidFill>
                <a:schemeClr val="dk1"/>
              </a:solidFill>
              <a:effectLst/>
              <a:uFillTx/>
              <a:latin typeface="Arial"/>
            </a:endParaRPr>
          </a:p>
        </p:txBody>
      </p:sp>
      <p:sp>
        <p:nvSpPr>
          <p:cNvPr id="79" name="PlaceHolder 2"/>
          <p:cNvSpPr>
            <a:spLocks noGrp="1"/>
          </p:cNvSpPr>
          <p:nvPr>
            <p:ph type="subTitle"/>
          </p:nvPr>
        </p:nvSpPr>
        <p:spPr>
          <a:xfrm>
            <a:off x="228600" y="2933640"/>
            <a:ext cx="4295520" cy="1676160"/>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a:solidFill>
                  <a:schemeClr val="dk1"/>
                </a:solidFill>
                <a:effectLst/>
                <a:uFillTx/>
                <a:latin typeface="arial"/>
                <a:ea typeface="arial"/>
              </a:rPr>
              <a:t>This presentation focuses on the analysis of pizza sales and customer behavior within a simple business framework. Key insights include sales performance metrics, customer segmentation, and revenue patterns, aiding strategic decision-making for growth and enhanced customer engagement.</a:t>
            </a:r>
            <a:endParaRPr lang="en-US" sz="1200" b="0" u="none" strike="noStrike">
              <a:solidFill>
                <a:srgbClr val="FFFFFF"/>
              </a:solidFill>
              <a:effectLst/>
              <a:uFillTx/>
              <a:latin typeface="OpenSymbol"/>
            </a:endParaRPr>
          </a:p>
        </p:txBody>
      </p:sp>
      <p:pic>
        <p:nvPicPr>
          <p:cNvPr id="80" name="Google Shape;229;p31"/>
          <p:cNvPicPr/>
          <p:nvPr/>
        </p:nvPicPr>
        <p:blipFill>
          <a:blip r:embed="rId2"/>
          <a:srcRect t="8297" b="8297"/>
          <a:stretch/>
        </p:blipFill>
        <p:spPr>
          <a:xfrm>
            <a:off x="5687280" y="0"/>
            <a:ext cx="3456720" cy="5143320"/>
          </a:xfrm>
          <a:prstGeom prst="rect">
            <a:avLst/>
          </a:prstGeom>
          <a:noFill/>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p:cNvSpPr/>
          <p:nvPr/>
        </p:nvSpPr>
        <p:spPr>
          <a:xfrm>
            <a:off x="504828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01</a:t>
            </a:r>
            <a:endParaRPr lang="en-US" sz="5000" b="0" u="none" strike="noStrike">
              <a:solidFill>
                <a:srgbClr val="FFFFFF"/>
              </a:solidFill>
              <a:effectLst/>
              <a:uFillTx/>
              <a:latin typeface="OpenSymbol"/>
            </a:endParaRPr>
          </a:p>
        </p:txBody>
      </p:sp>
      <p:sp>
        <p:nvSpPr>
          <p:cNvPr id="82" name="Rectangle 81"/>
          <p:cNvSpPr/>
          <p:nvPr/>
        </p:nvSpPr>
        <p:spPr>
          <a:xfrm>
            <a:off x="5048280" y="1428840"/>
            <a:ext cx="361908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70000"/>
              </a:lnSpc>
              <a:tabLst>
                <a:tab pos="0" algn="l"/>
              </a:tabLst>
            </a:pPr>
            <a:r>
              <a:rPr lang="en-US" sz="4000" b="0" u="none" strike="noStrike">
                <a:solidFill>
                  <a:schemeClr val="dk1"/>
                </a:solidFill>
                <a:effectLst/>
                <a:uFillTx/>
                <a:latin typeface="Geist"/>
              </a:rPr>
              <a:t>Pizza Sales Analysis</a:t>
            </a:r>
            <a:endParaRPr lang="en-US" sz="4000" b="0" u="none" strike="noStrike">
              <a:solidFill>
                <a:srgbClr val="FFFFFF"/>
              </a:solidFill>
              <a:effectLst/>
              <a:uFillTx/>
              <a:latin typeface="OpenSymbol"/>
            </a:endParaRPr>
          </a:p>
        </p:txBody>
      </p:sp>
      <p:pic>
        <p:nvPicPr>
          <p:cNvPr id="83" name="image698c8cadbeaa8" descr="image698c8cadbeaaf"/>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Rectangle 83"/>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70000"/>
              </a:lnSpc>
              <a:tabLst>
                <a:tab pos="0" algn="l"/>
              </a:tabLst>
            </a:pPr>
            <a:r>
              <a:rPr lang="en-US" sz="2600" b="0" u="none" strike="noStrike">
                <a:solidFill>
                  <a:schemeClr val="dk1"/>
                </a:solidFill>
                <a:effectLst/>
                <a:uFillTx/>
                <a:latin typeface="Geist"/>
              </a:rPr>
              <a:t>Business Performance Overview and Key Metrics</a:t>
            </a:r>
            <a:endParaRPr lang="en-US" sz="2600" b="0" u="none" strike="noStrike">
              <a:solidFill>
                <a:srgbClr val="FFFFFF"/>
              </a:solidFill>
              <a:effectLst/>
              <a:uFillTx/>
              <a:latin typeface="OpenSymbol"/>
            </a:endParaRPr>
          </a:p>
        </p:txBody>
      </p:sp>
      <p:sp>
        <p:nvSpPr>
          <p:cNvPr id="85" name="Rectangle 84"/>
          <p:cNvSpPr/>
          <p:nvPr/>
        </p:nvSpPr>
        <p:spPr>
          <a:xfrm>
            <a:off x="388557" y="1905120"/>
            <a:ext cx="8645231"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1"/>
                </a:solidFill>
                <a:effectLst/>
                <a:uFillTx/>
                <a:latin typeface="arial"/>
              </a:rPr>
              <a:t>The pizza sales business has been evaluated based on </a:t>
            </a:r>
            <a:r>
              <a:rPr lang="en-US" sz="1200" b="1" u="none" strike="noStrike" dirty="0">
                <a:solidFill>
                  <a:schemeClr val="dk1"/>
                </a:solidFill>
                <a:effectLst/>
                <a:uFillTx/>
                <a:latin typeface="arial"/>
              </a:rPr>
              <a:t>total units sold, revenue generated, and growth trends</a:t>
            </a:r>
            <a:r>
              <a:rPr lang="en-US" sz="1200" b="0" u="none" strike="noStrike" dirty="0">
                <a:solidFill>
                  <a:schemeClr val="dk1"/>
                </a:solidFill>
                <a:effectLst/>
                <a:uFillTx/>
                <a:latin typeface="arial"/>
              </a:rPr>
              <a:t>. Key metrics indicate which product categories and pizza sizes contribute most to sales. Understanding these factors helps in optimizing inventory, pricing strategies, and identifying peak sales periods for better revenue management.</a:t>
            </a:r>
            <a:endParaRPr lang="en-US" sz="1200" b="0" u="none" strike="noStrike" dirty="0">
              <a:solidFill>
                <a:srgbClr val="FFFFFF"/>
              </a:solidFill>
              <a:effectLst/>
              <a:uFillTx/>
              <a:latin typeface="OpenSymbol"/>
            </a:endParaRPr>
          </a:p>
        </p:txBody>
      </p:sp>
      <p:pic>
        <p:nvPicPr>
          <p:cNvPr id="10" name="Picture 9">
            <a:extLst>
              <a:ext uri="{FF2B5EF4-FFF2-40B4-BE49-F238E27FC236}">
                <a16:creationId xmlns:a16="http://schemas.microsoft.com/office/drawing/2014/main" id="{D5D5C729-75F1-B412-1454-184E9EACB2C9}"/>
              </a:ext>
            </a:extLst>
          </p:cNvPr>
          <p:cNvPicPr>
            <a:picLocks noChangeAspect="1"/>
          </p:cNvPicPr>
          <p:nvPr/>
        </p:nvPicPr>
        <p:blipFill>
          <a:blip r:embed="rId2"/>
          <a:stretch>
            <a:fillRect/>
          </a:stretch>
        </p:blipFill>
        <p:spPr>
          <a:xfrm>
            <a:off x="4716811" y="3286079"/>
            <a:ext cx="2141406" cy="609653"/>
          </a:xfrm>
          <a:prstGeom prst="rect">
            <a:avLst/>
          </a:prstGeom>
        </p:spPr>
      </p:pic>
      <p:pic>
        <p:nvPicPr>
          <p:cNvPr id="12" name="Picture 11">
            <a:extLst>
              <a:ext uri="{FF2B5EF4-FFF2-40B4-BE49-F238E27FC236}">
                <a16:creationId xmlns:a16="http://schemas.microsoft.com/office/drawing/2014/main" id="{AED9AFAB-DF2D-3ACB-D60D-587F9A8CAA24}"/>
              </a:ext>
            </a:extLst>
          </p:cNvPr>
          <p:cNvPicPr>
            <a:picLocks noChangeAspect="1"/>
          </p:cNvPicPr>
          <p:nvPr/>
        </p:nvPicPr>
        <p:blipFill>
          <a:blip r:embed="rId3"/>
          <a:stretch>
            <a:fillRect/>
          </a:stretch>
        </p:blipFill>
        <p:spPr>
          <a:xfrm>
            <a:off x="6892383" y="3297509"/>
            <a:ext cx="2141406" cy="586791"/>
          </a:xfrm>
          <a:prstGeom prst="rect">
            <a:avLst/>
          </a:prstGeom>
        </p:spPr>
      </p:pic>
      <p:pic>
        <p:nvPicPr>
          <p:cNvPr id="14" name="Picture 13">
            <a:extLst>
              <a:ext uri="{FF2B5EF4-FFF2-40B4-BE49-F238E27FC236}">
                <a16:creationId xmlns:a16="http://schemas.microsoft.com/office/drawing/2014/main" id="{616E364A-B93B-28BC-33DB-9C2CF8B55932}"/>
              </a:ext>
            </a:extLst>
          </p:cNvPr>
          <p:cNvPicPr>
            <a:picLocks noChangeAspect="1"/>
          </p:cNvPicPr>
          <p:nvPr/>
        </p:nvPicPr>
        <p:blipFill>
          <a:blip r:embed="rId4"/>
          <a:stretch>
            <a:fillRect/>
          </a:stretch>
        </p:blipFill>
        <p:spPr>
          <a:xfrm>
            <a:off x="388558" y="3297509"/>
            <a:ext cx="2141406" cy="586791"/>
          </a:xfrm>
          <a:prstGeom prst="rect">
            <a:avLst/>
          </a:prstGeom>
        </p:spPr>
      </p:pic>
      <p:pic>
        <p:nvPicPr>
          <p:cNvPr id="16" name="Picture 15">
            <a:extLst>
              <a:ext uri="{FF2B5EF4-FFF2-40B4-BE49-F238E27FC236}">
                <a16:creationId xmlns:a16="http://schemas.microsoft.com/office/drawing/2014/main" id="{3B359F26-25FD-3C63-B13E-2F8895BF4D9F}"/>
              </a:ext>
            </a:extLst>
          </p:cNvPr>
          <p:cNvPicPr>
            <a:picLocks noChangeAspect="1"/>
          </p:cNvPicPr>
          <p:nvPr/>
        </p:nvPicPr>
        <p:blipFill>
          <a:blip r:embed="rId5"/>
          <a:stretch>
            <a:fillRect/>
          </a:stretch>
        </p:blipFill>
        <p:spPr>
          <a:xfrm>
            <a:off x="2558322" y="3297509"/>
            <a:ext cx="2141406" cy="58679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781200" y="1324080"/>
            <a:ext cx="5876640" cy="106632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Geist"/>
                <a:ea typeface="Geist"/>
              </a:rPr>
              <a:t>Revenue Distribution by Customer Segments</a:t>
            </a:r>
            <a:endParaRPr lang="fr-FR" sz="2600" b="0" u="none" strike="noStrike">
              <a:solidFill>
                <a:schemeClr val="dk1"/>
              </a:solidFill>
              <a:effectLst/>
              <a:uFillTx/>
              <a:latin typeface="Arial"/>
            </a:endParaRPr>
          </a:p>
        </p:txBody>
      </p:sp>
      <p:sp>
        <p:nvSpPr>
          <p:cNvPr id="87" name="PlaceHolder 2"/>
          <p:cNvSpPr>
            <a:spLocks noGrp="1"/>
          </p:cNvSpPr>
          <p:nvPr>
            <p:ph type="subTitle"/>
          </p:nvPr>
        </p:nvSpPr>
        <p:spPr>
          <a:xfrm>
            <a:off x="1933560" y="2523960"/>
            <a:ext cx="5276520" cy="1294920"/>
          </a:xfrm>
          <a:prstGeom prst="rect">
            <a:avLst/>
          </a:prstGeom>
          <a:noFill/>
          <a:ln w="0">
            <a:noFill/>
          </a:ln>
        </p:spPr>
        <p:txBody>
          <a:bodyPr lIns="91440" tIns="91440" rIns="91440" bIns="91440" anchor="t">
            <a:normAutofit fontScale="92500" lnSpcReduction="9999"/>
          </a:bodyPr>
          <a:lstStyle/>
          <a:p>
            <a:pPr indent="0">
              <a:lnSpc>
                <a:spcPct val="150000"/>
              </a:lnSpc>
              <a:buNone/>
              <a:tabLst>
                <a:tab pos="0" algn="l"/>
              </a:tabLst>
            </a:pPr>
            <a:r>
              <a:rPr lang="en-US" sz="1200" b="0" u="none" strike="noStrike">
                <a:solidFill>
                  <a:schemeClr val="dk1"/>
                </a:solidFill>
                <a:effectLst/>
                <a:uFillTx/>
                <a:latin typeface="arial"/>
                <a:ea typeface="arial"/>
              </a:rPr>
              <a:t>Revenue insights reveal how different customer segments contribute to overall sales. </a:t>
            </a:r>
            <a:r>
              <a:rPr lang="en-US" sz="1200" b="1" u="none" strike="noStrike">
                <a:solidFill>
                  <a:schemeClr val="dk1"/>
                </a:solidFill>
                <a:effectLst/>
                <a:uFillTx/>
                <a:latin typeface="arial"/>
                <a:ea typeface="arial"/>
              </a:rPr>
              <a:t>Loyal customers and high-value segments</a:t>
            </a:r>
            <a:r>
              <a:rPr lang="en-US" sz="1200" b="0" u="none" strike="noStrike">
                <a:solidFill>
                  <a:schemeClr val="dk1"/>
                </a:solidFill>
                <a:effectLst/>
                <a:uFillTx/>
                <a:latin typeface="arial"/>
                <a:ea typeface="arial"/>
              </a:rPr>
              <a:t> are identified, showing potential areas for targeted marketing. Analyzing customer preferences and purchase patterns facilitates personalized offers, ensuring stronger customer retention and increased average spending.</a:t>
            </a:r>
            <a:endParaRPr lang="en-US" sz="1200" b="0" u="none" strike="noStrike">
              <a:solidFill>
                <a:srgbClr val="FFFFFF"/>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ectangle 87"/>
          <p:cNvSpPr/>
          <p:nvPr/>
        </p:nvSpPr>
        <p:spPr>
          <a:xfrm>
            <a:off x="5048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70000"/>
              </a:lnSpc>
              <a:tabLst>
                <a:tab pos="0" algn="l"/>
              </a:tabLst>
            </a:pPr>
            <a:r>
              <a:rPr lang="en-US" sz="2600" b="0" u="none" strike="noStrike">
                <a:solidFill>
                  <a:schemeClr val="dk1"/>
                </a:solidFill>
                <a:effectLst/>
                <a:uFillTx/>
                <a:latin typeface="Geist"/>
              </a:rPr>
              <a:t>Product Category and Size Performance Insights</a:t>
            </a:r>
            <a:endParaRPr lang="en-US" sz="2600" b="0" u="none" strike="noStrike">
              <a:solidFill>
                <a:srgbClr val="FFFFFF"/>
              </a:solidFill>
              <a:effectLst/>
              <a:uFillTx/>
              <a:latin typeface="OpenSymbol"/>
            </a:endParaRPr>
          </a:p>
        </p:txBody>
      </p:sp>
      <p:sp>
        <p:nvSpPr>
          <p:cNvPr id="89" name="Rectangle 88"/>
          <p:cNvSpPr/>
          <p:nvPr/>
        </p:nvSpPr>
        <p:spPr>
          <a:xfrm>
            <a:off x="5048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arial"/>
              </a:rPr>
              <a:t>Classic pizzas lead revenue, with chicken-based varieties dominating the top-sellers. Revenue is well balanced across categories, suggesting a diverse customer palate. Large and medium pizza sizes generate about </a:t>
            </a:r>
            <a:r>
              <a:rPr lang="en-US" sz="1200" b="1" u="none" strike="noStrike">
                <a:solidFill>
                  <a:schemeClr val="dk1"/>
                </a:solidFill>
                <a:effectLst/>
                <a:uFillTx/>
                <a:latin typeface="arial"/>
              </a:rPr>
              <a:t>76% of total revenue</a:t>
            </a:r>
            <a:r>
              <a:rPr lang="en-US" sz="1200" b="0" u="none" strike="noStrike">
                <a:solidFill>
                  <a:schemeClr val="dk1"/>
                </a:solidFill>
                <a:effectLst/>
                <a:uFillTx/>
                <a:latin typeface="arial"/>
              </a:rPr>
              <a:t>, while XL and XXL sizes contribute less than 2%. Focus on promoting Large and Medium sizes alongside flagship products for maximum impact.</a:t>
            </a:r>
            <a:endParaRPr lang="en-US" sz="1200" b="0" u="none" strike="noStrike">
              <a:solidFill>
                <a:srgbClr val="FFFFFF"/>
              </a:solidFill>
              <a:effectLst/>
              <a:uFillTx/>
              <a:latin typeface="OpenSymbol"/>
            </a:endParaRPr>
          </a:p>
        </p:txBody>
      </p:sp>
      <p:pic>
        <p:nvPicPr>
          <p:cNvPr id="90" name="image698c8cadd6843" descr="image698c8cadd6849"/>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552600" y="-21273480"/>
            <a:ext cx="4990680" cy="25787880"/>
          </a:xfrm>
          <a:prstGeom prst="rect">
            <a:avLst/>
          </a:prstGeom>
          <a:noFill/>
          <a:ln w="0">
            <a:noFill/>
          </a:ln>
        </p:spPr>
        <p:txBody>
          <a:bodyPr lIns="91440" tIns="91440" rIns="91440" bIns="91440" anchor="b">
            <a:spAutoFit/>
          </a:bodyPr>
          <a:lstStyle/>
          <a:p>
            <a:pPr indent="0">
              <a:lnSpc>
                <a:spcPct val="100000"/>
              </a:lnSpc>
              <a:buNone/>
              <a:tabLst>
                <a:tab pos="0" algn="l"/>
              </a:tabLst>
            </a:pPr>
            <a:r>
              <a:rPr lang="en-US" sz="28000" b="1" u="none" strike="noStrike">
                <a:solidFill>
                  <a:schemeClr val="lt1"/>
                </a:solidFill>
                <a:effectLst/>
                <a:uFillTx/>
                <a:latin typeface="Geist ExtraBold"/>
                <a:ea typeface="Geist ExtraBold"/>
              </a:rPr>
              <a:t>01</a:t>
            </a:r>
            <a:endParaRPr lang="fr-FR" sz="28000" b="0" u="none" strike="noStrike">
              <a:solidFill>
                <a:schemeClr val="dk1"/>
              </a:solidFill>
              <a:effectLst/>
              <a:uFillTx/>
              <a:latin typeface="Arial"/>
            </a:endParaRPr>
          </a:p>
        </p:txBody>
      </p:sp>
      <p:sp>
        <p:nvSpPr>
          <p:cNvPr id="92" name="PlaceHolder 2"/>
          <p:cNvSpPr>
            <a:spLocks noGrp="1"/>
          </p:cNvSpPr>
          <p:nvPr>
            <p:ph type="subTitle"/>
          </p:nvPr>
        </p:nvSpPr>
        <p:spPr>
          <a:xfrm>
            <a:off x="228600" y="304920"/>
            <a:ext cx="1076040" cy="361440"/>
          </a:xfrm>
          <a:prstGeom prst="rect">
            <a:avLst/>
          </a:prstGeom>
          <a:noFill/>
          <a:ln w="0">
            <a:noFill/>
          </a:ln>
        </p:spPr>
        <p:txBody>
          <a:bodyPr lIns="91440" tIns="91440" rIns="91440" bIns="91440" anchor="t">
            <a:normAutofit fontScale="85000" lnSpcReduction="9999"/>
          </a:bodyPr>
          <a:lstStyle/>
          <a:p>
            <a:pPr indent="0" algn="ctr">
              <a:buNone/>
            </a:pPr>
            <a:endParaRPr lang="en-US" sz="1200" b="0" u="none" strike="noStrike">
              <a:solidFill>
                <a:schemeClr val="dk1"/>
              </a:solidFill>
              <a:effectLst/>
              <a:uFillTx/>
              <a:latin typeface="arial"/>
              <a:ea typeface="arial"/>
            </a:endParaRPr>
          </a:p>
        </p:txBody>
      </p:sp>
      <p:sp>
        <p:nvSpPr>
          <p:cNvPr id="93" name="PlaceHolder 3"/>
          <p:cNvSpPr>
            <a:spLocks noGrp="1"/>
          </p:cNvSpPr>
          <p:nvPr>
            <p:ph type="title"/>
          </p:nvPr>
        </p:nvSpPr>
        <p:spPr>
          <a:xfrm>
            <a:off x="3409920" y="2771640"/>
            <a:ext cx="5181120" cy="1257120"/>
          </a:xfrm>
          <a:prstGeom prst="rect">
            <a:avLst/>
          </a:prstGeom>
          <a:noFill/>
          <a:ln w="0">
            <a:noFill/>
          </a:ln>
        </p:spPr>
        <p:txBody>
          <a:bodyPr lIns="91440" tIns="91440" rIns="91440" bIns="91440" anchor="t">
            <a:normAutofit fontScale="77500" lnSpcReduction="19999"/>
          </a:bodyPr>
          <a:lstStyle/>
          <a:p>
            <a:pPr indent="0">
              <a:lnSpc>
                <a:spcPct val="70000"/>
              </a:lnSpc>
              <a:buNone/>
              <a:tabLst>
                <a:tab pos="0" algn="l"/>
              </a:tabLst>
            </a:pPr>
            <a:r>
              <a:rPr lang="en-US" sz="5400" b="0" u="none" strike="noStrike">
                <a:solidFill>
                  <a:schemeClr val="dk1"/>
                </a:solidFill>
                <a:effectLst/>
                <a:uFillTx/>
                <a:latin typeface="Geist"/>
                <a:ea typeface="Geist"/>
              </a:rPr>
              <a:t>Customer Behavior and Strategic Recommendations</a:t>
            </a:r>
            <a:endParaRPr lang="fr-FR" sz="5400" b="0" u="none" strike="noStrike">
              <a:solidFill>
                <a:schemeClr val="dk1"/>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Rectangle 93"/>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70000"/>
              </a:lnSpc>
              <a:tabLst>
                <a:tab pos="0" algn="l"/>
              </a:tabLst>
            </a:pPr>
            <a:r>
              <a:rPr lang="en-US" sz="2600" b="0" u="none" strike="noStrike">
                <a:solidFill>
                  <a:schemeClr val="dk1"/>
                </a:solidFill>
                <a:effectLst/>
                <a:uFillTx/>
                <a:latin typeface="Geist"/>
              </a:rPr>
              <a:t>Loyalty, Repeat Buyer Trends, and Subscription Opportunities</a:t>
            </a:r>
            <a:endParaRPr lang="en-US" sz="2600" b="0" u="none" strike="noStrike">
              <a:solidFill>
                <a:srgbClr val="FFFFFF"/>
              </a:solidFill>
              <a:effectLst/>
              <a:uFillTx/>
              <a:latin typeface="OpenSymbol"/>
            </a:endParaRPr>
          </a:p>
        </p:txBody>
      </p:sp>
      <p:sp>
        <p:nvSpPr>
          <p:cNvPr id="95" name="Rectangle 94"/>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arial"/>
              </a:rPr>
              <a:t>A significant number of repeat buyers are not subscribed yet, representing an untapped business opportunity. Loyal customers number 3,116 and generate substantial revenue. Encouraging subscription through loyalty-based tiers and milestone incentives can convert these repeat buyers into stable, predictable revenue streams.</a:t>
            </a:r>
            <a:endParaRPr lang="en-US" sz="1200" b="0" u="none" strike="noStrike">
              <a:solidFill>
                <a:srgbClr val="FFFFFF"/>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781200" y="1324080"/>
            <a:ext cx="5876640" cy="106632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Geist"/>
                <a:ea typeface="Geist"/>
              </a:rPr>
              <a:t>Promotional Impact and Discount Strategies</a:t>
            </a:r>
            <a:endParaRPr lang="fr-FR" sz="2600" b="0" u="none" strike="noStrike">
              <a:solidFill>
                <a:schemeClr val="dk1"/>
              </a:solidFill>
              <a:effectLst/>
              <a:uFillTx/>
              <a:latin typeface="Arial"/>
            </a:endParaRPr>
          </a:p>
        </p:txBody>
      </p:sp>
      <p:sp>
        <p:nvSpPr>
          <p:cNvPr id="97" name="PlaceHolder 2"/>
          <p:cNvSpPr>
            <a:spLocks noGrp="1"/>
          </p:cNvSpPr>
          <p:nvPr>
            <p:ph type="subTitle"/>
          </p:nvPr>
        </p:nvSpPr>
        <p:spPr>
          <a:xfrm>
            <a:off x="1479395" y="2523959"/>
            <a:ext cx="5730685" cy="1601991"/>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dirty="0">
                <a:solidFill>
                  <a:schemeClr val="dk1"/>
                </a:solidFill>
                <a:effectLst/>
                <a:uFillTx/>
                <a:latin typeface="arial"/>
                <a:ea typeface="arial"/>
              </a:rPr>
              <a:t>High-value customers maintain strong spending even with discounts, but promotions heavily influence some product sales. Recommend targeted discounts for high-value customers to maximize profit while avoiding blanket promotions that erode margins. This balanced approach supports customer retention and profitability.</a:t>
            </a:r>
            <a:endParaRPr lang="en-US" sz="1200" b="0" u="none" strike="noStrike" dirty="0">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Rectangle 97"/>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70000"/>
              </a:lnSpc>
              <a:tabLst>
                <a:tab pos="0" algn="l"/>
              </a:tabLst>
            </a:pPr>
            <a:r>
              <a:rPr lang="en-US" sz="2600" b="0" u="none" strike="noStrike">
                <a:solidFill>
                  <a:schemeClr val="dk1"/>
                </a:solidFill>
                <a:effectLst/>
                <a:uFillTx/>
                <a:latin typeface="Geist"/>
              </a:rPr>
              <a:t>Sales Timing, Operational Adjustments, and Growth Initiatives</a:t>
            </a:r>
            <a:endParaRPr lang="en-US" sz="2600" b="0" u="none" strike="noStrike">
              <a:solidFill>
                <a:srgbClr val="FFFFFF"/>
              </a:solidFill>
              <a:effectLst/>
              <a:uFillTx/>
              <a:latin typeface="OpenSymbol"/>
            </a:endParaRPr>
          </a:p>
        </p:txBody>
      </p:sp>
      <p:sp>
        <p:nvSpPr>
          <p:cNvPr id="99" name="Rectangle 98"/>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arial"/>
              </a:rPr>
              <a:t>Sales peak during 12–3 PM and 6–9 PM, especially on Fridays and Saturdays. Operational strategies should include increased staffing during these hours and weekend family combo promotions to leverage peak demand. Growth initiatives focus on upselling Large sizes and bundling top-selling Classic and Chicken pizzas in marketing campaigns.</a:t>
            </a:r>
            <a:endParaRPr lang="en-US" sz="1200" b="0" u="none" strike="noStrike">
              <a:solidFill>
                <a:srgbClr val="FFFFFF"/>
              </a:solidFill>
              <a:effectLst/>
              <a:uFillTx/>
              <a:latin typeface="OpenSymbol"/>
            </a:endParaRPr>
          </a:p>
        </p:txBody>
      </p:sp>
      <p:pic>
        <p:nvPicPr>
          <p:cNvPr id="100" name="image698c8cadef427" descr="image698c8cadef42c"/>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781200" y="1324080"/>
            <a:ext cx="5876640" cy="1066320"/>
          </a:xfrm>
          <a:prstGeom prst="rect">
            <a:avLst/>
          </a:prstGeom>
          <a:noFill/>
          <a:ln w="0">
            <a:noFill/>
          </a:ln>
        </p:spPr>
        <p:txBody>
          <a:bodyPr lIns="91440" tIns="91440" rIns="91440" bIns="91440" anchor="t">
            <a:normAutofit/>
          </a:bodyPr>
          <a:lstStyle/>
          <a:p>
            <a:pPr indent="0">
              <a:lnSpc>
                <a:spcPct val="70000"/>
              </a:lnSpc>
              <a:buNone/>
              <a:tabLst>
                <a:tab pos="0" algn="l"/>
              </a:tabLst>
            </a:pPr>
            <a:r>
              <a:rPr lang="en-US" sz="2600" b="0" u="none" strike="noStrike">
                <a:solidFill>
                  <a:schemeClr val="dk1"/>
                </a:solidFill>
                <a:effectLst/>
                <a:uFillTx/>
                <a:latin typeface="Geist"/>
                <a:ea typeface="Geist"/>
              </a:rPr>
              <a:t>Conclusions</a:t>
            </a:r>
            <a:endParaRPr lang="fr-FR" sz="2600" b="0" u="none" strike="noStrike">
              <a:solidFill>
                <a:schemeClr val="dk1"/>
              </a:solidFill>
              <a:effectLst/>
              <a:uFillTx/>
              <a:latin typeface="Arial"/>
            </a:endParaRPr>
          </a:p>
        </p:txBody>
      </p:sp>
      <p:sp>
        <p:nvSpPr>
          <p:cNvPr id="102" name="PlaceHolder 2"/>
          <p:cNvSpPr>
            <a:spLocks noGrp="1"/>
          </p:cNvSpPr>
          <p:nvPr>
            <p:ph type="subTitle"/>
          </p:nvPr>
        </p:nvSpPr>
        <p:spPr>
          <a:xfrm>
            <a:off x="1933560" y="2523960"/>
            <a:ext cx="5276520" cy="1294920"/>
          </a:xfrm>
          <a:prstGeom prst="rect">
            <a:avLst/>
          </a:prstGeom>
          <a:noFill/>
          <a:ln w="0">
            <a:noFill/>
          </a:ln>
        </p:spPr>
        <p:txBody>
          <a:bodyPr lIns="91440" tIns="91440" rIns="91440" bIns="91440" anchor="t">
            <a:normAutofit fontScale="92500" lnSpcReduction="9999"/>
          </a:bodyPr>
          <a:lstStyle/>
          <a:p>
            <a:pPr indent="0">
              <a:lnSpc>
                <a:spcPct val="150000"/>
              </a:lnSpc>
              <a:buNone/>
              <a:tabLst>
                <a:tab pos="0" algn="l"/>
              </a:tabLst>
            </a:pPr>
            <a:r>
              <a:rPr lang="en-US" sz="1200" b="0" u="none" strike="noStrike">
                <a:solidFill>
                  <a:schemeClr val="dk1"/>
                </a:solidFill>
                <a:effectLst/>
                <a:uFillTx/>
                <a:latin typeface="arial"/>
                <a:ea typeface="arial"/>
              </a:rPr>
              <a:t>The pizza business shows </a:t>
            </a:r>
            <a:r>
              <a:rPr lang="en-US" sz="1200" b="1" u="none" strike="noStrike">
                <a:solidFill>
                  <a:schemeClr val="dk1"/>
                </a:solidFill>
                <a:effectLst/>
                <a:uFillTx/>
                <a:latin typeface="arial"/>
                <a:ea typeface="arial"/>
              </a:rPr>
              <a:t>strong customer loyalty</a:t>
            </a:r>
            <a:r>
              <a:rPr lang="en-US" sz="1200" b="0" u="none" strike="noStrike">
                <a:solidFill>
                  <a:schemeClr val="dk1"/>
                </a:solidFill>
                <a:effectLst/>
                <a:uFillTx/>
                <a:latin typeface="arial"/>
                <a:ea typeface="arial"/>
              </a:rPr>
              <a:t> and balanced revenue spread across key product categories. Targeted promotions and subscription conversions represent powerful growth opportunities. Optimizing inventory toward Large and Medium sizes and personalized marketing strategies will drive higher profitability and sustained business expansion.</a:t>
            </a:r>
            <a:endParaRPr lang="en-US" sz="1200" b="0" u="none" strike="noStrike">
              <a:solidFill>
                <a:srgbClr val="FFFFFF"/>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5191200" y="-27360"/>
            <a:ext cx="3714480" cy="2408040"/>
          </a:xfrm>
          <a:prstGeom prst="rect">
            <a:avLst/>
          </a:prstGeom>
          <a:noFill/>
          <a:ln w="0">
            <a:noFill/>
          </a:ln>
        </p:spPr>
        <p:txBody>
          <a:bodyPr lIns="91440" tIns="91440" rIns="91440" bIns="91440" anchor="b">
            <a:spAutoFit/>
          </a:bodyPr>
          <a:lstStyle/>
          <a:p>
            <a:pPr indent="0" algn="r">
              <a:lnSpc>
                <a:spcPct val="100000"/>
              </a:lnSpc>
              <a:buNone/>
              <a:tabLst>
                <a:tab pos="0" algn="l"/>
              </a:tabLst>
            </a:pPr>
            <a:r>
              <a:rPr lang="en" sz="7300" b="0" u="none" strike="noStrike" dirty="0">
                <a:solidFill>
                  <a:schemeClr val="dk1"/>
                </a:solidFill>
                <a:effectLst/>
                <a:uFillTx/>
                <a:latin typeface="Geist"/>
                <a:ea typeface="Geist"/>
              </a:rPr>
              <a:t>Thank you				</a:t>
            </a:r>
            <a:endParaRPr lang="fr-FR" sz="7300" b="0" u="none" strike="noStrike" dirty="0">
              <a:solidFill>
                <a:schemeClr val="dk1"/>
              </a:solidFill>
              <a:effectLst/>
              <a:uFillTx/>
              <a:latin typeface="Arial"/>
            </a:endParaRPr>
          </a:p>
        </p:txBody>
      </p:sp>
      <p:sp>
        <p:nvSpPr>
          <p:cNvPr id="104" name="PlaceHolder 2"/>
          <p:cNvSpPr>
            <a:spLocks noGrp="1"/>
          </p:cNvSpPr>
          <p:nvPr>
            <p:ph type="subTitle"/>
          </p:nvPr>
        </p:nvSpPr>
        <p:spPr>
          <a:xfrm>
            <a:off x="228600" y="2019240"/>
            <a:ext cx="4447800" cy="1057320"/>
          </a:xfrm>
          <a:prstGeom prst="rect">
            <a:avLst/>
          </a:prstGeom>
          <a:noFill/>
          <a:ln w="0">
            <a:noFill/>
          </a:ln>
        </p:spPr>
        <p:txBody>
          <a:bodyPr lIns="91440" tIns="91440" rIns="91440" bIns="91440" anchor="t">
            <a:spAutoFit/>
          </a:bodyPr>
          <a:lstStyle/>
          <a:p>
            <a:pPr indent="0">
              <a:lnSpc>
                <a:spcPct val="100000"/>
              </a:lnSpc>
              <a:buNone/>
              <a:tabLst>
                <a:tab pos="0" algn="l"/>
              </a:tabLst>
            </a:pPr>
            <a:r>
              <a:rPr lang="en" sz="1400" b="1" u="none" strike="noStrike" dirty="0">
                <a:solidFill>
                  <a:schemeClr val="dk1"/>
                </a:solidFill>
                <a:effectLst/>
                <a:uFillTx/>
                <a:latin typeface="arial"/>
                <a:ea typeface="arial"/>
              </a:rPr>
              <a:t>Do you have any questions?</a:t>
            </a:r>
            <a:endParaRPr lang="en-US" sz="1400" b="0" u="none" strike="noStrike" dirty="0">
              <a:solidFill>
                <a:srgbClr val="FFFFFF"/>
              </a:solidFill>
              <a:effectLst/>
              <a:uFillTx/>
              <a:latin typeface="OpenSymbol"/>
            </a:endParaRPr>
          </a:p>
          <a:p>
            <a:pPr indent="0">
              <a:lnSpc>
                <a:spcPct val="100000"/>
              </a:lnSpc>
              <a:buNone/>
              <a:tabLst>
                <a:tab pos="0" algn="l"/>
              </a:tabLst>
            </a:pPr>
            <a:r>
              <a:rPr lang="en" sz="1400" b="0" u="none" strike="noStrike" dirty="0">
                <a:solidFill>
                  <a:schemeClr val="dk1"/>
                </a:solidFill>
                <a:effectLst/>
                <a:uFillTx/>
                <a:latin typeface="arial"/>
                <a:ea typeface="arial"/>
              </a:rPr>
              <a:t>youremail@freepik.com</a:t>
            </a:r>
            <a:endParaRPr lang="en-US" sz="1400" b="0" u="none" strike="noStrike" dirty="0">
              <a:solidFill>
                <a:srgbClr val="FFFFFF"/>
              </a:solidFill>
              <a:effectLst/>
              <a:uFillTx/>
              <a:latin typeface="OpenSymbol"/>
            </a:endParaRPr>
          </a:p>
          <a:p>
            <a:pPr indent="0">
              <a:lnSpc>
                <a:spcPct val="100000"/>
              </a:lnSpc>
              <a:buNone/>
              <a:tabLst>
                <a:tab pos="0" algn="l"/>
              </a:tabLst>
            </a:pPr>
            <a:r>
              <a:rPr lang="en" sz="1400" b="0" u="none" strike="noStrike" dirty="0">
                <a:solidFill>
                  <a:schemeClr val="dk1"/>
                </a:solidFill>
                <a:effectLst/>
                <a:uFillTx/>
                <a:latin typeface="arial"/>
                <a:ea typeface="arial"/>
              </a:rPr>
              <a:t>+00 000 000 000</a:t>
            </a:r>
            <a:endParaRPr lang="en-US" sz="1400" b="0" u="none" strike="noStrike" dirty="0">
              <a:solidFill>
                <a:srgbClr val="FFFFFF"/>
              </a:solidFill>
              <a:effectLst/>
              <a:uFillTx/>
              <a:latin typeface="OpenSymbol"/>
            </a:endParaRPr>
          </a:p>
          <a:p>
            <a:pPr indent="0">
              <a:lnSpc>
                <a:spcPct val="100000"/>
              </a:lnSpc>
              <a:buNone/>
              <a:tabLst>
                <a:tab pos="0" algn="l"/>
              </a:tabLst>
            </a:pPr>
            <a:r>
              <a:rPr lang="en" sz="1400" b="0" u="none" strike="noStrike" dirty="0">
                <a:solidFill>
                  <a:schemeClr val="dk1"/>
                </a:solidFill>
                <a:effectLst/>
                <a:uFillTx/>
                <a:latin typeface="arial"/>
                <a:ea typeface="arial"/>
              </a:rPr>
              <a:t>yourwebsite.com</a:t>
            </a:r>
            <a:endParaRPr lang="en-US" sz="1400" b="0" u="none" strike="noStrike" dirty="0">
              <a:solidFill>
                <a:srgbClr val="FFFFFF"/>
              </a:solidFill>
              <a:effectLst/>
              <a:uFillTx/>
              <a:latin typeface="OpenSymbol"/>
            </a:endParaRPr>
          </a:p>
        </p:txBody>
      </p:sp>
      <p:grpSp>
        <p:nvGrpSpPr>
          <p:cNvPr id="105" name="Google Shape;410;p39"/>
          <p:cNvGrpSpPr/>
          <p:nvPr/>
        </p:nvGrpSpPr>
        <p:grpSpPr>
          <a:xfrm>
            <a:off x="344880" y="3361680"/>
            <a:ext cx="275760" cy="275760"/>
            <a:chOff x="344880" y="3361680"/>
            <a:chExt cx="275760" cy="275760"/>
          </a:xfrm>
        </p:grpSpPr>
        <p:sp>
          <p:nvSpPr>
            <p:cNvPr id="106" name="Google Shape;411;p39"/>
            <p:cNvSpPr/>
            <p:nvPr/>
          </p:nvSpPr>
          <p:spPr>
            <a:xfrm>
              <a:off x="344880" y="336168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7" name="Google Shape;412;p39"/>
            <p:cNvSpPr/>
            <p:nvPr/>
          </p:nvSpPr>
          <p:spPr>
            <a:xfrm>
              <a:off x="409320" y="342720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2000" bIns="7200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08" name="Google Shape;413;p39"/>
            <p:cNvSpPr/>
            <p:nvPr/>
          </p:nvSpPr>
          <p:spPr>
            <a:xfrm>
              <a:off x="538920" y="339732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18720" bIns="1872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grpSp>
        <p:nvGrpSpPr>
          <p:cNvPr id="109" name="Google Shape;414;p39"/>
          <p:cNvGrpSpPr/>
          <p:nvPr/>
        </p:nvGrpSpPr>
        <p:grpSpPr>
          <a:xfrm>
            <a:off x="1211040" y="3380400"/>
            <a:ext cx="266400" cy="238320"/>
            <a:chOff x="1211040" y="3380400"/>
            <a:chExt cx="266400" cy="238320"/>
          </a:xfrm>
        </p:grpSpPr>
        <p:sp>
          <p:nvSpPr>
            <p:cNvPr id="110" name="Google Shape;415;p39"/>
            <p:cNvSpPr/>
            <p:nvPr/>
          </p:nvSpPr>
          <p:spPr>
            <a:xfrm>
              <a:off x="1220400" y="346464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7040" bIns="77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Google Shape;416;p39"/>
            <p:cNvSpPr/>
            <p:nvPr/>
          </p:nvSpPr>
          <p:spPr>
            <a:xfrm>
              <a:off x="1211040" y="338040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35280" bIns="352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 name="Google Shape;417;p39"/>
            <p:cNvSpPr/>
            <p:nvPr/>
          </p:nvSpPr>
          <p:spPr>
            <a:xfrm>
              <a:off x="1313640" y="346464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2"/>
            </a:solidFill>
            <a:ln w="0">
              <a:noFill/>
            </a:ln>
          </p:spPr>
          <p:style>
            <a:lnRef idx="0">
              <a:scrgbClr r="0" g="0" b="0"/>
            </a:lnRef>
            <a:fillRef idx="0">
              <a:scrgbClr r="0" g="0" b="0"/>
            </a:fillRef>
            <a:effectRef idx="0">
              <a:scrgbClr r="0" g="0" b="0"/>
            </a:effectRef>
            <a:fontRef idx="minor"/>
          </p:style>
          <p:txBody>
            <a:bodyPr tIns="77040" bIns="770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grpSp>
      <p:sp>
        <p:nvSpPr>
          <p:cNvPr id="113" name="Google Shape;418;p39"/>
          <p:cNvSpPr/>
          <p:nvPr/>
        </p:nvSpPr>
        <p:spPr>
          <a:xfrm>
            <a:off x="247680" y="4238640"/>
            <a:ext cx="4152600" cy="256680"/>
          </a:xfrm>
          <a:prstGeom prst="rect">
            <a:avLst/>
          </a:prstGeom>
          <a:noFill/>
          <a:ln w="0">
            <a:noFill/>
          </a:ln>
        </p:spPr>
        <p:style>
          <a:lnRef idx="0">
            <a:scrgbClr r="0" g="0" b="0"/>
          </a:lnRef>
          <a:fillRef idx="0">
            <a:scrgbClr r="0" g="0" b="0"/>
          </a:fillRef>
          <a:effectRef idx="0">
            <a:scrgbClr r="0" g="0" b="0"/>
          </a:effectRef>
          <a:fontRef idx="minor"/>
        </p:style>
        <p:txBody>
          <a:bodyPr lIns="870823080" tIns="-2643480" rIns="870823080" bIns="-2643480" anchor="t">
            <a:spAutoFit/>
          </a:bodyPr>
          <a:lstStyle/>
          <a:p>
            <a:pPr defTabSz="914400">
              <a:lnSpc>
                <a:spcPct val="100000"/>
              </a:lnSpc>
              <a:tabLst>
                <a:tab pos="0" algn="l"/>
              </a:tabLst>
            </a:pPr>
            <a:r>
              <a:rPr lang="en" sz="1000" b="0" u="none" strike="noStrike" dirty="0">
                <a:solidFill>
                  <a:schemeClr val="dk1"/>
                </a:solidFill>
                <a:effectLst/>
                <a:uFillTx/>
                <a:latin typeface="Arial"/>
              </a:rPr>
              <a:t>Please keep this slide for attribution</a:t>
            </a:r>
            <a:endParaRPr lang="en-US" sz="1000" b="0" u="none" strike="noStrike" dirty="0">
              <a:solidFill>
                <a:srgbClr val="FFFFFF"/>
              </a:solidFill>
              <a:effectLst/>
              <a:uFillTx/>
              <a:latin typeface="OpenSymbol"/>
            </a:endParaRPr>
          </a:p>
        </p:txBody>
      </p:sp>
      <p:sp>
        <p:nvSpPr>
          <p:cNvPr id="114" name="Google Shape;419;p39"/>
          <p:cNvSpPr/>
          <p:nvPr/>
        </p:nvSpPr>
        <p:spPr>
          <a:xfrm>
            <a:off x="2112840" y="3398040"/>
            <a:ext cx="198720" cy="203040"/>
          </a:xfrm>
          <a:custGeom>
            <a:avLst/>
            <a:gdLst>
              <a:gd name="textAreaLeft" fmla="*/ 0 w 198720"/>
              <a:gd name="textAreaRight" fmla="*/ 199080 w 198720"/>
              <a:gd name="textAreaTop" fmla="*/ 0 h 203040"/>
              <a:gd name="textAreaBottom" fmla="*/ 203400 h 203040"/>
            </a:gdLst>
            <a:ahLst/>
            <a:cxnLst/>
            <a:rect l="textAreaLeft" t="textAreaTop" r="textAreaRight" b="textAreaBottom"/>
            <a:pathLst>
              <a:path w="494728" h="505587">
                <a:moveTo>
                  <a:pt x="294418" y="214122"/>
                </a:moveTo>
                <a:lnTo>
                  <a:pt x="478631" y="0"/>
                </a:lnTo>
                <a:lnTo>
                  <a:pt x="435007" y="0"/>
                </a:lnTo>
                <a:lnTo>
                  <a:pt x="275082" y="185928"/>
                </a:lnTo>
                <a:lnTo>
                  <a:pt x="147352" y="0"/>
                </a:lnTo>
                <a:lnTo>
                  <a:pt x="0" y="0"/>
                </a:lnTo>
                <a:lnTo>
                  <a:pt x="193167" y="281083"/>
                </a:lnTo>
                <a:lnTo>
                  <a:pt x="0" y="505587"/>
                </a:lnTo>
                <a:lnTo>
                  <a:pt x="43625" y="505587"/>
                </a:lnTo>
                <a:lnTo>
                  <a:pt x="212503" y="309277"/>
                </a:lnTo>
                <a:lnTo>
                  <a:pt x="347377" y="505587"/>
                </a:lnTo>
                <a:lnTo>
                  <a:pt x="494729" y="505587"/>
                </a:lnTo>
                <a:lnTo>
                  <a:pt x="294418" y="214027"/>
                </a:lnTo>
                <a:lnTo>
                  <a:pt x="294418" y="214027"/>
                </a:lnTo>
                <a:close/>
                <a:moveTo>
                  <a:pt x="234601" y="283655"/>
                </a:moveTo>
                <a:lnTo>
                  <a:pt x="215075" y="255651"/>
                </a:lnTo>
                <a:lnTo>
                  <a:pt x="59341" y="32861"/>
                </a:lnTo>
                <a:lnTo>
                  <a:pt x="126397" y="32861"/>
                </a:lnTo>
                <a:lnTo>
                  <a:pt x="252032" y="212598"/>
                </a:lnTo>
                <a:lnTo>
                  <a:pt x="271558" y="240601"/>
                </a:lnTo>
                <a:lnTo>
                  <a:pt x="434912" y="474250"/>
                </a:lnTo>
                <a:lnTo>
                  <a:pt x="367855" y="474250"/>
                </a:lnTo>
                <a:lnTo>
                  <a:pt x="234505" y="283559"/>
                </a:lnTo>
                <a:lnTo>
                  <a:pt x="234505" y="283559"/>
                </a:lnTo>
                <a:close/>
              </a:path>
            </a:pathLst>
          </a:custGeom>
          <a:solidFill>
            <a:schemeClr val="lt2"/>
          </a:solidFill>
          <a:ln w="0">
            <a:noFill/>
          </a:ln>
        </p:spPr>
        <p:style>
          <a:lnRef idx="0">
            <a:scrgbClr r="0" g="0" b="0"/>
          </a:lnRef>
          <a:fillRef idx="0">
            <a:scrgbClr r="0" g="0" b="0"/>
          </a:fillRef>
          <a:effectRef idx="0">
            <a:scrgbClr r="0" g="0" b="0"/>
          </a:effectRef>
          <a:fontRef idx="minor"/>
        </p:style>
        <p:txBody>
          <a:bodyPr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5" name="PlaceHolder 3"/>
          <p:cNvSpPr>
            <a:spLocks noGrp="1"/>
          </p:cNvSpPr>
          <p:nvPr>
            <p:ph type="subTitle"/>
          </p:nvPr>
        </p:nvSpPr>
        <p:spPr>
          <a:xfrm>
            <a:off x="228600" y="304920"/>
            <a:ext cx="1076040" cy="610200"/>
          </a:xfrm>
          <a:prstGeom prst="rect">
            <a:avLst/>
          </a:prstGeom>
          <a:noFill/>
          <a:ln w="0">
            <a:noFill/>
          </a:ln>
        </p:spPr>
        <p:txBody>
          <a:bodyPr lIns="91440" tIns="91440" rIns="91440" bIns="91440" anchor="t">
            <a:spAutoFit/>
          </a:bodyPr>
          <a:lstStyle/>
          <a:p>
            <a:pPr algn="ctr">
              <a:lnSpc>
                <a:spcPct val="100000"/>
              </a:lnSpc>
              <a:tabLst>
                <a:tab pos="0" algn="l"/>
              </a:tabLst>
            </a:pPr>
            <a:r>
              <a:rPr lang="en" sz="1000" b="0" u="none" strike="noStrike" dirty="0">
                <a:solidFill>
                  <a:schemeClr val="dk1"/>
                </a:solidFill>
                <a:effectLst/>
                <a:uFillTx/>
                <a:latin typeface="arial"/>
                <a:ea typeface="arial"/>
              </a:rPr>
              <a:t>Project’s name</a:t>
            </a:r>
            <a:endParaRPr lang="en-US" sz="1000" b="0" u="none" strike="noStrike" dirty="0">
              <a:solidFill>
                <a:srgbClr val="FFFFFF"/>
              </a:solidFill>
              <a:effectLst/>
              <a:uFillTx/>
              <a:latin typeface="OpenSymbol"/>
            </a:endParaRPr>
          </a:p>
        </p:txBody>
      </p:sp>
    </p:spTree>
  </p:cSld>
  <p:clrMapOvr>
    <a:masterClrMapping/>
  </p:clrMapOvr>
</p:sld>
</file>

<file path=ppt/theme/theme1.xml><?xml version="1.0" encoding="utf-8"?>
<a:theme xmlns:a="http://schemas.openxmlformats.org/drawingml/2006/main" name="Project Roadmaps by Slidesgo">
  <a:themeElements>
    <a:clrScheme name="Simple Light">
      <a:dk1>
        <a:srgbClr val="FFFFFF"/>
      </a:dk1>
      <a:lt1>
        <a:srgbClr val="13332D"/>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TotalTime>
  <Words>489</Words>
  <Application>Microsoft Office PowerPoint</Application>
  <PresentationFormat>On-screen Show (16:9)</PresentationFormat>
  <Paragraphs>30</Paragraphs>
  <Slides>12</Slides>
  <Notes>0</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12</vt:i4>
      </vt:variant>
    </vt:vector>
  </HeadingPairs>
  <TitlesOfParts>
    <vt:vector size="23" baseType="lpstr">
      <vt:lpstr>Arial</vt:lpstr>
      <vt:lpstr>Arial</vt:lpstr>
      <vt:lpstr>Calibri</vt:lpstr>
      <vt:lpstr>Geist</vt:lpstr>
      <vt:lpstr>Geist ExtraBold</vt:lpstr>
      <vt:lpstr>Open Sans</vt:lpstr>
      <vt:lpstr>OpenSymbol</vt:lpstr>
      <vt:lpstr>Symbol</vt:lpstr>
      <vt:lpstr>Wingdings</vt:lpstr>
      <vt:lpstr>Project Roadmaps by Slidesgo</vt:lpstr>
      <vt:lpstr>Slidesgo Final Pages</vt:lpstr>
      <vt:lpstr>Pizza Sales</vt:lpstr>
      <vt:lpstr>Introduction</vt:lpstr>
      <vt:lpstr>PowerPoint Presentation</vt:lpstr>
      <vt:lpstr>PowerPoint Presentation</vt:lpstr>
      <vt:lpstr>Revenue Distribution by Customer Segments</vt:lpstr>
      <vt:lpstr>PowerPoint Presentation</vt:lpstr>
      <vt:lpstr>01</vt:lpstr>
      <vt:lpstr>PowerPoint Presentation</vt:lpstr>
      <vt:lpstr>Promotional Impact and Discount Strategies</vt:lpstr>
      <vt:lpstr>PowerPoint Presentation</vt:lpstr>
      <vt:lpstr>Conclusions</vt:lpstr>
      <vt:lpstr>Thank you    </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Vinay boya</dc:creator>
  <cp:lastModifiedBy>Vinay boya</cp:lastModifiedBy>
  <cp:revision>1</cp:revision>
  <dcterms:modified xsi:type="dcterms:W3CDTF">2026-03-05T08:03:38Z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2026-02-11T14:05:25Z</dcterms:created>
  <dc:creator>Unknown Creator</dc:creator>
  <dc:description/>
  <dc:language>en-US</dc:language>
  <cp:lastModifiedBy>Unknown Creator</cp:lastModifiedBy>
  <dcterms:modified xsi:type="dcterms:W3CDTF">2026-02-11T14:05:25Z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